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0" r:id="rId2"/>
  </p:sldIdLst>
  <p:sldSz cx="96012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02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13588-C2C1-4AB8-9F0D-04EC72C1EC1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37D13-0149-432C-8036-C4B5540D5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523770"/>
            <a:ext cx="72009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1680951"/>
            <a:ext cx="72009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1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797878"/>
            <a:ext cx="8281035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2141750"/>
            <a:ext cx="8281035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3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70392"/>
            <a:ext cx="828103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784543"/>
            <a:ext cx="4061757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169035"/>
            <a:ext cx="406175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784543"/>
            <a:ext cx="4081761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169035"/>
            <a:ext cx="4081761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2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460799"/>
            <a:ext cx="4860608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4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460799"/>
            <a:ext cx="4860608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1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9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170392"/>
            <a:ext cx="2070259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170392"/>
            <a:ext cx="6090761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170392"/>
            <a:ext cx="828103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851959"/>
            <a:ext cx="828103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00A39-06E1-486D-9C71-A159ABBEACA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2966297"/>
            <a:ext cx="324040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9AFF-8ED7-2BF2-DBD5-540CA355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85E3D3E2-B8FE-0B9E-3324-64DED503B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01893" y="1597914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41B2D1A-EBDE-757E-A796-C63AEA56B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2321" y="683514"/>
            <a:ext cx="1828800" cy="18288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556D688-1D97-4B8F-DD89-D19EDC7D0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686050" y="683514"/>
            <a:ext cx="1828800" cy="18288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670138C-9269-2575-3405-A84A2F7B4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7493" y="643149"/>
            <a:ext cx="1828800" cy="18288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8ABFD92-B20F-1F01-45D3-55AAC94F6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488936" y="643149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9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Rebholz</dc:creator>
  <cp:lastModifiedBy>Tobias Rebholz</cp:lastModifiedBy>
  <cp:revision>23</cp:revision>
  <dcterms:created xsi:type="dcterms:W3CDTF">2026-03-03T22:26:18Z</dcterms:created>
  <dcterms:modified xsi:type="dcterms:W3CDTF">2026-04-08T00:46:24Z</dcterms:modified>
</cp:coreProperties>
</file>