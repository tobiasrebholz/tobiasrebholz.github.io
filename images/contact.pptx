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60" r:id="rId2"/>
  </p:sldIdLst>
  <p:sldSz cx="9601200" cy="320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02" y="9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00150" y="1143000"/>
            <a:ext cx="92583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0150" y="523770"/>
            <a:ext cx="7200900" cy="1114213"/>
          </a:xfrm>
        </p:spPr>
        <p:txBody>
          <a:bodyPr anchor="b"/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1680951"/>
            <a:ext cx="7200900" cy="772689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75" indent="0" algn="ctr">
              <a:buNone/>
              <a:defRPr sz="933"/>
            </a:lvl2pPr>
            <a:lvl3pPr marL="426750" indent="0" algn="ctr">
              <a:buNone/>
              <a:defRPr sz="840"/>
            </a:lvl3pPr>
            <a:lvl4pPr marL="640126" indent="0" algn="ctr">
              <a:buNone/>
              <a:defRPr sz="747"/>
            </a:lvl4pPr>
            <a:lvl5pPr marL="853501" indent="0" algn="ctr">
              <a:buNone/>
              <a:defRPr sz="747"/>
            </a:lvl5pPr>
            <a:lvl6pPr marL="1066876" indent="0" algn="ctr">
              <a:buNone/>
              <a:defRPr sz="747"/>
            </a:lvl6pPr>
            <a:lvl7pPr marL="1280251" indent="0" algn="ctr">
              <a:buNone/>
              <a:defRPr sz="747"/>
            </a:lvl7pPr>
            <a:lvl8pPr marL="1493627" indent="0" algn="ctr">
              <a:buNone/>
              <a:defRPr sz="747"/>
            </a:lvl8pPr>
            <a:lvl9pPr marL="1707002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14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62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797878"/>
            <a:ext cx="8281035" cy="1331277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2141750"/>
            <a:ext cx="8281035" cy="700087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1pPr>
            <a:lvl2pPr marL="213375" indent="0">
              <a:buNone/>
              <a:defRPr sz="933">
                <a:solidFill>
                  <a:schemeClr val="tx1">
                    <a:tint val="82000"/>
                  </a:schemeClr>
                </a:solidFill>
              </a:defRPr>
            </a:lvl2pPr>
            <a:lvl3pPr marL="4267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3pPr>
            <a:lvl4pPr marL="64012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350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687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025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362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700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104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836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170392"/>
            <a:ext cx="8281035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784543"/>
            <a:ext cx="4061757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1169035"/>
            <a:ext cx="4061757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7" y="784543"/>
            <a:ext cx="4081761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7" y="1169035"/>
            <a:ext cx="4081761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8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19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724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460799"/>
            <a:ext cx="4860608" cy="2274358"/>
          </a:xfrm>
        </p:spPr>
        <p:txBody>
          <a:bodyPr/>
          <a:lstStyle>
            <a:lvl1pPr>
              <a:defRPr sz="1493"/>
            </a:lvl1pPr>
            <a:lvl2pPr>
              <a:defRPr sz="1307"/>
            </a:lvl2pPr>
            <a:lvl3pPr>
              <a:defRPr sz="112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146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460799"/>
            <a:ext cx="4860608" cy="2274358"/>
          </a:xfrm>
        </p:spPr>
        <p:txBody>
          <a:bodyPr anchor="t"/>
          <a:lstStyle>
            <a:lvl1pPr marL="0" indent="0">
              <a:buNone/>
              <a:defRPr sz="1493"/>
            </a:lvl1pPr>
            <a:lvl2pPr marL="213375" indent="0">
              <a:buNone/>
              <a:defRPr sz="1307"/>
            </a:lvl2pPr>
            <a:lvl3pPr marL="426750" indent="0">
              <a:buNone/>
              <a:defRPr sz="1120"/>
            </a:lvl3pPr>
            <a:lvl4pPr marL="640126" indent="0">
              <a:buNone/>
              <a:defRPr sz="933"/>
            </a:lvl4pPr>
            <a:lvl5pPr marL="853501" indent="0">
              <a:buNone/>
              <a:defRPr sz="933"/>
            </a:lvl5pPr>
            <a:lvl6pPr marL="1066876" indent="0">
              <a:buNone/>
              <a:defRPr sz="933"/>
            </a:lvl6pPr>
            <a:lvl7pPr marL="1280251" indent="0">
              <a:buNone/>
              <a:defRPr sz="933"/>
            </a:lvl7pPr>
            <a:lvl8pPr marL="1493627" indent="0">
              <a:buNone/>
              <a:defRPr sz="933"/>
            </a:lvl8pPr>
            <a:lvl9pPr marL="1707002" indent="0">
              <a:buNone/>
              <a:defRPr sz="9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012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170392"/>
            <a:ext cx="2070259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170392"/>
            <a:ext cx="6090761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69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170392"/>
            <a:ext cx="8281035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851959"/>
            <a:ext cx="8281035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2966297"/>
            <a:ext cx="3240405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7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26750" rtl="0" eaLnBrk="1" latinLnBrk="0" hangingPunct="1">
        <a:lnSpc>
          <a:spcPct val="90000"/>
        </a:lnSpc>
        <a:spcBef>
          <a:spcPct val="0"/>
        </a:spcBef>
        <a:buNone/>
        <a:defRPr sz="20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8" indent="-106688" algn="l" defTabSz="42675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7" kern="1200">
          <a:solidFill>
            <a:schemeClr val="tx1"/>
          </a:solidFill>
          <a:latin typeface="+mn-lt"/>
          <a:ea typeface="+mn-ea"/>
          <a:cs typeface="+mn-cs"/>
        </a:defRPr>
      </a:lvl1pPr>
      <a:lvl2pPr marL="32006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3438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3pPr>
      <a:lvl4pPr marL="74681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018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356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693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031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3690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75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675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12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350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7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025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3627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7002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phic 17">
            <a:extLst>
              <a:ext uri="{FF2B5EF4-FFF2-40B4-BE49-F238E27FC236}">
                <a16:creationId xmlns:a16="http://schemas.microsoft.com/office/drawing/2014/main" id="{F556D688-1D97-4B8F-DD89-D19EDC7D0C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886200" y="685800"/>
            <a:ext cx="1828800" cy="1828800"/>
          </a:xfrm>
          <a:prstGeom prst="rect">
            <a:avLst/>
          </a:prstGeom>
        </p:spPr>
      </p:pic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06739" y="16344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55763" y="683514"/>
            <a:ext cx="1828800" cy="18288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84C9470D-198E-B688-9A41-4D69372145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816637" y="683514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25</cp:revision>
  <dcterms:created xsi:type="dcterms:W3CDTF">2026-03-03T22:26:18Z</dcterms:created>
  <dcterms:modified xsi:type="dcterms:W3CDTF">2026-04-08T14:36:26Z</dcterms:modified>
</cp:coreProperties>
</file>