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60" r:id="rId2"/>
  </p:sldIdLst>
  <p:sldSz cx="9601200" cy="3200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4" y="6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0150" y="1143000"/>
            <a:ext cx="92583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523770"/>
            <a:ext cx="72009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1680951"/>
            <a:ext cx="72009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75" indent="0" algn="ctr">
              <a:buNone/>
              <a:defRPr sz="933"/>
            </a:lvl2pPr>
            <a:lvl3pPr marL="426750" indent="0" algn="ctr">
              <a:buNone/>
              <a:defRPr sz="840"/>
            </a:lvl3pPr>
            <a:lvl4pPr marL="640126" indent="0" algn="ctr">
              <a:buNone/>
              <a:defRPr sz="747"/>
            </a:lvl4pPr>
            <a:lvl5pPr marL="853501" indent="0" algn="ctr">
              <a:buNone/>
              <a:defRPr sz="747"/>
            </a:lvl5pPr>
            <a:lvl6pPr marL="1066876" indent="0" algn="ctr">
              <a:buNone/>
              <a:defRPr sz="747"/>
            </a:lvl6pPr>
            <a:lvl7pPr marL="1280251" indent="0" algn="ctr">
              <a:buNone/>
              <a:defRPr sz="747"/>
            </a:lvl7pPr>
            <a:lvl8pPr marL="1493627" indent="0" algn="ctr">
              <a:buNone/>
              <a:defRPr sz="747"/>
            </a:lvl8pPr>
            <a:lvl9pPr marL="1707002" indent="0" algn="ctr">
              <a:buNone/>
              <a:defRPr sz="74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14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62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797878"/>
            <a:ext cx="828103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2141750"/>
            <a:ext cx="828103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1pPr>
            <a:lvl2pPr marL="213375" indent="0">
              <a:buNone/>
              <a:defRPr sz="933">
                <a:solidFill>
                  <a:schemeClr val="tx1">
                    <a:tint val="82000"/>
                  </a:schemeClr>
                </a:solidFill>
              </a:defRPr>
            </a:lvl2pPr>
            <a:lvl3pPr marL="4267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3pPr>
            <a:lvl4pPr marL="64012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4pPr>
            <a:lvl5pPr marL="85350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5pPr>
            <a:lvl6pPr marL="1066876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6pPr>
            <a:lvl7pPr marL="1280251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7pPr>
            <a:lvl8pPr marL="1493627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8pPr>
            <a:lvl9pPr marL="1707002" indent="0">
              <a:buNone/>
              <a:defRPr sz="7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4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851959"/>
            <a:ext cx="408051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836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170392"/>
            <a:ext cx="828103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784543"/>
            <a:ext cx="4061757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169035"/>
            <a:ext cx="4061757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784543"/>
            <a:ext cx="4081761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75" indent="0">
              <a:buNone/>
              <a:defRPr sz="933" b="1"/>
            </a:lvl2pPr>
            <a:lvl3pPr marL="426750" indent="0">
              <a:buNone/>
              <a:defRPr sz="840" b="1"/>
            </a:lvl3pPr>
            <a:lvl4pPr marL="640126" indent="0">
              <a:buNone/>
              <a:defRPr sz="747" b="1"/>
            </a:lvl4pPr>
            <a:lvl5pPr marL="853501" indent="0">
              <a:buNone/>
              <a:defRPr sz="747" b="1"/>
            </a:lvl5pPr>
            <a:lvl6pPr marL="1066876" indent="0">
              <a:buNone/>
              <a:defRPr sz="747" b="1"/>
            </a:lvl6pPr>
            <a:lvl7pPr marL="1280251" indent="0">
              <a:buNone/>
              <a:defRPr sz="747" b="1"/>
            </a:lvl7pPr>
            <a:lvl8pPr marL="1493627" indent="0">
              <a:buNone/>
              <a:defRPr sz="747" b="1"/>
            </a:lvl8pPr>
            <a:lvl9pPr marL="1707002" indent="0">
              <a:buNone/>
              <a:defRPr sz="7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169035"/>
            <a:ext cx="4081761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84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19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724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460799"/>
            <a:ext cx="4860608" cy="2274358"/>
          </a:xfrm>
        </p:spPr>
        <p:txBody>
          <a:bodyPr/>
          <a:lstStyle>
            <a:lvl1pPr>
              <a:defRPr sz="1493"/>
            </a:lvl1pPr>
            <a:lvl2pPr>
              <a:defRPr sz="1307"/>
            </a:lvl2pPr>
            <a:lvl3pPr>
              <a:defRPr sz="112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4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13360"/>
            <a:ext cx="3096637" cy="746760"/>
          </a:xfrm>
        </p:spPr>
        <p:txBody>
          <a:bodyPr anchor="b"/>
          <a:lstStyle>
            <a:lvl1pPr>
              <a:defRPr sz="14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460799"/>
            <a:ext cx="4860608" cy="2274358"/>
          </a:xfrm>
        </p:spPr>
        <p:txBody>
          <a:bodyPr anchor="t"/>
          <a:lstStyle>
            <a:lvl1pPr marL="0" indent="0">
              <a:buNone/>
              <a:defRPr sz="1493"/>
            </a:lvl1pPr>
            <a:lvl2pPr marL="213375" indent="0">
              <a:buNone/>
              <a:defRPr sz="1307"/>
            </a:lvl2pPr>
            <a:lvl3pPr marL="426750" indent="0">
              <a:buNone/>
              <a:defRPr sz="1120"/>
            </a:lvl3pPr>
            <a:lvl4pPr marL="640126" indent="0">
              <a:buNone/>
              <a:defRPr sz="933"/>
            </a:lvl4pPr>
            <a:lvl5pPr marL="853501" indent="0">
              <a:buNone/>
              <a:defRPr sz="933"/>
            </a:lvl5pPr>
            <a:lvl6pPr marL="1066876" indent="0">
              <a:buNone/>
              <a:defRPr sz="933"/>
            </a:lvl6pPr>
            <a:lvl7pPr marL="1280251" indent="0">
              <a:buNone/>
              <a:defRPr sz="933"/>
            </a:lvl7pPr>
            <a:lvl8pPr marL="1493627" indent="0">
              <a:buNone/>
              <a:defRPr sz="933"/>
            </a:lvl8pPr>
            <a:lvl9pPr marL="1707002" indent="0">
              <a:buNone/>
              <a:defRPr sz="9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960120"/>
            <a:ext cx="3096637" cy="1778741"/>
          </a:xfrm>
        </p:spPr>
        <p:txBody>
          <a:bodyPr/>
          <a:lstStyle>
            <a:lvl1pPr marL="0" indent="0">
              <a:buNone/>
              <a:defRPr sz="747"/>
            </a:lvl1pPr>
            <a:lvl2pPr marL="213375" indent="0">
              <a:buNone/>
              <a:defRPr sz="653"/>
            </a:lvl2pPr>
            <a:lvl3pPr marL="426750" indent="0">
              <a:buNone/>
              <a:defRPr sz="560"/>
            </a:lvl3pPr>
            <a:lvl4pPr marL="640126" indent="0">
              <a:buNone/>
              <a:defRPr sz="467"/>
            </a:lvl4pPr>
            <a:lvl5pPr marL="853501" indent="0">
              <a:buNone/>
              <a:defRPr sz="467"/>
            </a:lvl5pPr>
            <a:lvl6pPr marL="1066876" indent="0">
              <a:buNone/>
              <a:defRPr sz="467"/>
            </a:lvl6pPr>
            <a:lvl7pPr marL="1280251" indent="0">
              <a:buNone/>
              <a:defRPr sz="467"/>
            </a:lvl7pPr>
            <a:lvl8pPr marL="1493627" indent="0">
              <a:buNone/>
              <a:defRPr sz="467"/>
            </a:lvl8pPr>
            <a:lvl9pPr marL="1707002" indent="0">
              <a:buNone/>
              <a:defRPr sz="4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12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170392"/>
            <a:ext cx="2070259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170392"/>
            <a:ext cx="6090761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6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170392"/>
            <a:ext cx="828103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851959"/>
            <a:ext cx="828103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2966297"/>
            <a:ext cx="324040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2966297"/>
            <a:ext cx="216027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6750" rtl="0" eaLnBrk="1" latinLnBrk="0" hangingPunct="1">
        <a:lnSpc>
          <a:spcPct val="90000"/>
        </a:lnSpc>
        <a:spcBef>
          <a:spcPct val="0"/>
        </a:spcBef>
        <a:buNone/>
        <a:defRPr sz="20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8" indent="-106688" algn="l" defTabSz="426750" rtl="0" eaLnBrk="1" latinLnBrk="0" hangingPunct="1">
        <a:lnSpc>
          <a:spcPct val="90000"/>
        </a:lnSpc>
        <a:spcBef>
          <a:spcPts val="467"/>
        </a:spcBef>
        <a:buFont typeface="Arial" panose="020B0604020202020204" pitchFamily="34" charset="0"/>
        <a:buChar char="•"/>
        <a:defRPr sz="1307" kern="1200">
          <a:solidFill>
            <a:schemeClr val="tx1"/>
          </a:solidFill>
          <a:latin typeface="+mn-lt"/>
          <a:ea typeface="+mn-ea"/>
          <a:cs typeface="+mn-cs"/>
        </a:defRPr>
      </a:lvl1pPr>
      <a:lvl2pPr marL="32006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38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3pPr>
      <a:lvl4pPr marL="746813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8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56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939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314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690" indent="-106688" algn="l" defTabSz="426750" rtl="0" eaLnBrk="1" latinLnBrk="0" hangingPunct="1">
        <a:lnSpc>
          <a:spcPct val="90000"/>
        </a:lnSpc>
        <a:spcBef>
          <a:spcPts val="233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75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50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12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50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76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251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627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7002" algn="l" defTabSz="42675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027E9235-A349-4136-043F-3AF4C1EAB1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398014" y="400050"/>
            <a:ext cx="2404872" cy="240487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7D0567A-41C7-A16F-B51C-B0C63859DB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199757" y="395478"/>
            <a:ext cx="2404872" cy="2404872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1B5AF52C-AF9D-E98C-E591-4CF262FF40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798314" y="397764"/>
            <a:ext cx="2404872" cy="24048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7BEA8E55-BC7A-F674-B154-66C5583C12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-9144" y="395478"/>
            <a:ext cx="2404872" cy="2404872"/>
          </a:xfrm>
          <a:prstGeom prst="rect">
            <a:avLst/>
          </a:prstGeom>
        </p:spPr>
      </p:pic>
      <p:pic>
        <p:nvPicPr>
          <p:cNvPr id="14" name="Graphic 13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7050" y="1557549"/>
            <a:ext cx="1336476" cy="133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21</cp:revision>
  <dcterms:created xsi:type="dcterms:W3CDTF">2026-03-03T22:26:18Z</dcterms:created>
  <dcterms:modified xsi:type="dcterms:W3CDTF">2026-04-08T00:38:35Z</dcterms:modified>
</cp:coreProperties>
</file>