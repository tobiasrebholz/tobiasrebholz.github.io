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66" r:id="rId2"/>
    <p:sldId id="261" r:id="rId3"/>
    <p:sldId id="260" r:id="rId4"/>
    <p:sldId id="270" r:id="rId5"/>
    <p:sldId id="265" r:id="rId6"/>
    <p:sldId id="262" r:id="rId7"/>
    <p:sldId id="264" r:id="rId8"/>
    <p:sldId id="269" r:id="rId9"/>
    <p:sldId id="271" r:id="rId10"/>
    <p:sldId id="268" r:id="rId11"/>
  </p:sldIdLst>
  <p:sldSz cx="1371600" cy="137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eneral Templates" id="{110A5458-4D1E-4A0A-9148-7D91FF739F50}">
          <p14:sldIdLst>
            <p14:sldId id="266"/>
            <p14:sldId id="261"/>
            <p14:sldId id="260"/>
            <p14:sldId id="270"/>
            <p14:sldId id="265"/>
            <p14:sldId id="262"/>
            <p14:sldId id="264"/>
            <p14:sldId id="269"/>
          </p14:sldIdLst>
        </p14:section>
        <p14:section name="Specific Awards" id="{B204BF1A-F5DA-4780-BD4D-6DBA4BFC239A}">
          <p14:sldIdLst>
            <p14:sldId id="271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2433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99" autoAdjust="0"/>
    <p:restoredTop sz="94660"/>
  </p:normalViewPr>
  <p:slideViewPr>
    <p:cSldViewPr snapToGrid="0">
      <p:cViewPr varScale="1">
        <p:scale>
          <a:sx n="400" d="100"/>
          <a:sy n="400" d="100"/>
        </p:scale>
        <p:origin x="4867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13588-C2C1-4AB8-9F0D-04EC72C1EC1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37D13-0149-432C-8036-C4B5540D52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1pPr>
    <a:lvl2pPr marL="97932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2pPr>
    <a:lvl3pPr marL="195864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3pPr>
    <a:lvl4pPr marL="293797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4pPr>
    <a:lvl5pPr marL="391729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5pPr>
    <a:lvl6pPr marL="489661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6pPr>
    <a:lvl7pPr marL="587593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7pPr>
    <a:lvl8pPr marL="685526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8pPr>
    <a:lvl9pPr marL="783458" algn="l" defTabSz="195864" rtl="0" eaLnBrk="1" latinLnBrk="0" hangingPunct="1">
      <a:defRPr sz="2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" y="224473"/>
            <a:ext cx="1165860" cy="477520"/>
          </a:xfrm>
        </p:spPr>
        <p:txBody>
          <a:bodyPr anchor="b"/>
          <a:lstStyle>
            <a:lvl1pPr algn="ctr">
              <a:defRPr sz="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" y="720408"/>
            <a:ext cx="1028700" cy="331152"/>
          </a:xfrm>
        </p:spPr>
        <p:txBody>
          <a:bodyPr/>
          <a:lstStyle>
            <a:lvl1pPr marL="0" indent="0" algn="ctr">
              <a:buNone/>
              <a:defRPr sz="360"/>
            </a:lvl1pPr>
            <a:lvl2pPr marL="68580" indent="0" algn="ctr">
              <a:buNone/>
              <a:defRPr sz="300"/>
            </a:lvl2pPr>
            <a:lvl3pPr marL="137160" indent="0" algn="ctr">
              <a:buNone/>
              <a:defRPr sz="270"/>
            </a:lvl3pPr>
            <a:lvl4pPr marL="205740" indent="0" algn="ctr">
              <a:buNone/>
              <a:defRPr sz="240"/>
            </a:lvl4pPr>
            <a:lvl5pPr marL="274320" indent="0" algn="ctr">
              <a:buNone/>
              <a:defRPr sz="240"/>
            </a:lvl5pPr>
            <a:lvl6pPr marL="342900" indent="0" algn="ctr">
              <a:buNone/>
              <a:defRPr sz="240"/>
            </a:lvl6pPr>
            <a:lvl7pPr marL="411480" indent="0" algn="ctr">
              <a:buNone/>
              <a:defRPr sz="240"/>
            </a:lvl7pPr>
            <a:lvl8pPr marL="480060" indent="0" algn="ctr">
              <a:buNone/>
              <a:defRPr sz="240"/>
            </a:lvl8pPr>
            <a:lvl9pPr marL="548640" indent="0" algn="ctr">
              <a:buNone/>
              <a:defRPr sz="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42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0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" y="341948"/>
            <a:ext cx="1183005" cy="570547"/>
          </a:xfrm>
        </p:spPr>
        <p:txBody>
          <a:bodyPr anchor="b"/>
          <a:lstStyle>
            <a:lvl1pPr>
              <a:defRPr sz="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" y="917893"/>
            <a:ext cx="1183005" cy="300037"/>
          </a:xfrm>
        </p:spPr>
        <p:txBody>
          <a:bodyPr/>
          <a:lstStyle>
            <a:lvl1pPr marL="0" indent="0">
              <a:buNone/>
              <a:defRPr sz="360">
                <a:solidFill>
                  <a:schemeClr val="tx1">
                    <a:tint val="82000"/>
                  </a:schemeClr>
                </a:solidFill>
              </a:defRPr>
            </a:lvl1pPr>
            <a:lvl2pPr marL="68580" indent="0">
              <a:buNone/>
              <a:defRPr sz="300">
                <a:solidFill>
                  <a:schemeClr val="tx1">
                    <a:tint val="82000"/>
                  </a:schemeClr>
                </a:solidFill>
              </a:defRPr>
            </a:lvl2pPr>
            <a:lvl3pPr marL="137160" indent="0">
              <a:buNone/>
              <a:defRPr sz="270">
                <a:solidFill>
                  <a:schemeClr val="tx1">
                    <a:tint val="82000"/>
                  </a:schemeClr>
                </a:solidFill>
              </a:defRPr>
            </a:lvl3pPr>
            <a:lvl4pPr marL="20574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4pPr>
            <a:lvl5pPr marL="27432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5pPr>
            <a:lvl6pPr marL="34290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6pPr>
            <a:lvl7pPr marL="41148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7pPr>
            <a:lvl8pPr marL="48006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8pPr>
            <a:lvl9pPr marL="548640" indent="0">
              <a:buNone/>
              <a:defRPr sz="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7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8" y="365125"/>
            <a:ext cx="58293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3" y="365125"/>
            <a:ext cx="582930" cy="870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15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" y="73025"/>
            <a:ext cx="1183005" cy="2651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" y="336233"/>
            <a:ext cx="580251" cy="164782"/>
          </a:xfrm>
        </p:spPr>
        <p:txBody>
          <a:bodyPr anchor="b"/>
          <a:lstStyle>
            <a:lvl1pPr marL="0" indent="0">
              <a:buNone/>
              <a:defRPr sz="360" b="1"/>
            </a:lvl1pPr>
            <a:lvl2pPr marL="68580" indent="0">
              <a:buNone/>
              <a:defRPr sz="300" b="1"/>
            </a:lvl2pPr>
            <a:lvl3pPr marL="137160" indent="0">
              <a:buNone/>
              <a:defRPr sz="270" b="1"/>
            </a:lvl3pPr>
            <a:lvl4pPr marL="205740" indent="0">
              <a:buNone/>
              <a:defRPr sz="240" b="1"/>
            </a:lvl4pPr>
            <a:lvl5pPr marL="274320" indent="0">
              <a:buNone/>
              <a:defRPr sz="240" b="1"/>
            </a:lvl5pPr>
            <a:lvl6pPr marL="342900" indent="0">
              <a:buNone/>
              <a:defRPr sz="240" b="1"/>
            </a:lvl6pPr>
            <a:lvl7pPr marL="411480" indent="0">
              <a:buNone/>
              <a:defRPr sz="240" b="1"/>
            </a:lvl7pPr>
            <a:lvl8pPr marL="480060" indent="0">
              <a:buNone/>
              <a:defRPr sz="240" b="1"/>
            </a:lvl8pPr>
            <a:lvl9pPr marL="548640" indent="0">
              <a:buNone/>
              <a:defRPr sz="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" y="501015"/>
            <a:ext cx="580251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" y="336233"/>
            <a:ext cx="583109" cy="164782"/>
          </a:xfrm>
        </p:spPr>
        <p:txBody>
          <a:bodyPr anchor="b"/>
          <a:lstStyle>
            <a:lvl1pPr marL="0" indent="0">
              <a:buNone/>
              <a:defRPr sz="360" b="1"/>
            </a:lvl1pPr>
            <a:lvl2pPr marL="68580" indent="0">
              <a:buNone/>
              <a:defRPr sz="300" b="1"/>
            </a:lvl2pPr>
            <a:lvl3pPr marL="137160" indent="0">
              <a:buNone/>
              <a:defRPr sz="270" b="1"/>
            </a:lvl3pPr>
            <a:lvl4pPr marL="205740" indent="0">
              <a:buNone/>
              <a:defRPr sz="240" b="1"/>
            </a:lvl4pPr>
            <a:lvl5pPr marL="274320" indent="0">
              <a:buNone/>
              <a:defRPr sz="240" b="1"/>
            </a:lvl5pPr>
            <a:lvl6pPr marL="342900" indent="0">
              <a:buNone/>
              <a:defRPr sz="240" b="1"/>
            </a:lvl6pPr>
            <a:lvl7pPr marL="411480" indent="0">
              <a:buNone/>
              <a:defRPr sz="240" b="1"/>
            </a:lvl7pPr>
            <a:lvl8pPr marL="480060" indent="0">
              <a:buNone/>
              <a:defRPr sz="240" b="1"/>
            </a:lvl8pPr>
            <a:lvl9pPr marL="548640" indent="0">
              <a:buNone/>
              <a:defRPr sz="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" y="501015"/>
            <a:ext cx="583109" cy="7369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687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53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81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" y="91440"/>
            <a:ext cx="442377" cy="320040"/>
          </a:xfrm>
        </p:spPr>
        <p:txBody>
          <a:bodyPr anchor="b"/>
          <a:lstStyle>
            <a:lvl1pPr>
              <a:defRPr sz="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" y="197485"/>
            <a:ext cx="694373" cy="974725"/>
          </a:xfrm>
        </p:spPr>
        <p:txBody>
          <a:bodyPr/>
          <a:lstStyle>
            <a:lvl1pPr>
              <a:defRPr sz="480"/>
            </a:lvl1pPr>
            <a:lvl2pPr>
              <a:defRPr sz="420"/>
            </a:lvl2pPr>
            <a:lvl3pPr>
              <a:defRPr sz="360"/>
            </a:lvl3pPr>
            <a:lvl4pPr>
              <a:defRPr sz="300"/>
            </a:lvl4pPr>
            <a:lvl5pPr>
              <a:defRPr sz="300"/>
            </a:lvl5pPr>
            <a:lvl6pPr>
              <a:defRPr sz="300"/>
            </a:lvl6pPr>
            <a:lvl7pPr>
              <a:defRPr sz="300"/>
            </a:lvl7pPr>
            <a:lvl8pPr>
              <a:defRPr sz="300"/>
            </a:lvl8pPr>
            <a:lvl9pPr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" y="411480"/>
            <a:ext cx="442377" cy="762318"/>
          </a:xfrm>
        </p:spPr>
        <p:txBody>
          <a:bodyPr/>
          <a:lstStyle>
            <a:lvl1pPr marL="0" indent="0">
              <a:buNone/>
              <a:defRPr sz="240"/>
            </a:lvl1pPr>
            <a:lvl2pPr marL="68580" indent="0">
              <a:buNone/>
              <a:defRPr sz="210"/>
            </a:lvl2pPr>
            <a:lvl3pPr marL="137160" indent="0">
              <a:buNone/>
              <a:defRPr sz="180"/>
            </a:lvl3pPr>
            <a:lvl4pPr marL="205740" indent="0">
              <a:buNone/>
              <a:defRPr sz="150"/>
            </a:lvl4pPr>
            <a:lvl5pPr marL="274320" indent="0">
              <a:buNone/>
              <a:defRPr sz="150"/>
            </a:lvl5pPr>
            <a:lvl6pPr marL="342900" indent="0">
              <a:buNone/>
              <a:defRPr sz="150"/>
            </a:lvl6pPr>
            <a:lvl7pPr marL="411480" indent="0">
              <a:buNone/>
              <a:defRPr sz="150"/>
            </a:lvl7pPr>
            <a:lvl8pPr marL="480060" indent="0">
              <a:buNone/>
              <a:defRPr sz="150"/>
            </a:lvl8pPr>
            <a:lvl9pPr marL="548640" indent="0">
              <a:buNone/>
              <a:defRPr sz="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392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" y="91440"/>
            <a:ext cx="442377" cy="320040"/>
          </a:xfrm>
        </p:spPr>
        <p:txBody>
          <a:bodyPr anchor="b"/>
          <a:lstStyle>
            <a:lvl1pPr>
              <a:defRPr sz="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" y="197485"/>
            <a:ext cx="694373" cy="974725"/>
          </a:xfrm>
        </p:spPr>
        <p:txBody>
          <a:bodyPr anchor="t"/>
          <a:lstStyle>
            <a:lvl1pPr marL="0" indent="0">
              <a:buNone/>
              <a:defRPr sz="480"/>
            </a:lvl1pPr>
            <a:lvl2pPr marL="68580" indent="0">
              <a:buNone/>
              <a:defRPr sz="420"/>
            </a:lvl2pPr>
            <a:lvl3pPr marL="137160" indent="0">
              <a:buNone/>
              <a:defRPr sz="360"/>
            </a:lvl3pPr>
            <a:lvl4pPr marL="205740" indent="0">
              <a:buNone/>
              <a:defRPr sz="300"/>
            </a:lvl4pPr>
            <a:lvl5pPr marL="274320" indent="0">
              <a:buNone/>
              <a:defRPr sz="300"/>
            </a:lvl5pPr>
            <a:lvl6pPr marL="342900" indent="0">
              <a:buNone/>
              <a:defRPr sz="300"/>
            </a:lvl6pPr>
            <a:lvl7pPr marL="411480" indent="0">
              <a:buNone/>
              <a:defRPr sz="300"/>
            </a:lvl7pPr>
            <a:lvl8pPr marL="480060" indent="0">
              <a:buNone/>
              <a:defRPr sz="300"/>
            </a:lvl8pPr>
            <a:lvl9pPr marL="548640" indent="0">
              <a:buNone/>
              <a:defRPr sz="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" y="411480"/>
            <a:ext cx="442377" cy="762318"/>
          </a:xfrm>
        </p:spPr>
        <p:txBody>
          <a:bodyPr/>
          <a:lstStyle>
            <a:lvl1pPr marL="0" indent="0">
              <a:buNone/>
              <a:defRPr sz="240"/>
            </a:lvl1pPr>
            <a:lvl2pPr marL="68580" indent="0">
              <a:buNone/>
              <a:defRPr sz="210"/>
            </a:lvl2pPr>
            <a:lvl3pPr marL="137160" indent="0">
              <a:buNone/>
              <a:defRPr sz="180"/>
            </a:lvl3pPr>
            <a:lvl4pPr marL="205740" indent="0">
              <a:buNone/>
              <a:defRPr sz="150"/>
            </a:lvl4pPr>
            <a:lvl5pPr marL="274320" indent="0">
              <a:buNone/>
              <a:defRPr sz="150"/>
            </a:lvl5pPr>
            <a:lvl6pPr marL="342900" indent="0">
              <a:buNone/>
              <a:defRPr sz="150"/>
            </a:lvl6pPr>
            <a:lvl7pPr marL="411480" indent="0">
              <a:buNone/>
              <a:defRPr sz="150"/>
            </a:lvl7pPr>
            <a:lvl8pPr marL="480060" indent="0">
              <a:buNone/>
              <a:defRPr sz="150"/>
            </a:lvl8pPr>
            <a:lvl9pPr marL="548640" indent="0">
              <a:buNone/>
              <a:defRPr sz="1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566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3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" y="73025"/>
            <a:ext cx="295751" cy="11623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" y="73025"/>
            <a:ext cx="870109" cy="11623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34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8" y="73025"/>
            <a:ext cx="1183005" cy="265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8" y="365125"/>
            <a:ext cx="1183005" cy="8702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8" y="1271270"/>
            <a:ext cx="30861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700A39-06E1-486D-9C71-A159ABBEACA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3" y="1271270"/>
            <a:ext cx="462915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3" y="1271270"/>
            <a:ext cx="308610" cy="73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C85B51-FB85-4FB7-9FBE-57F803084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8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" rtl="0" eaLnBrk="1" latinLnBrk="0" hangingPunct="1">
        <a:lnSpc>
          <a:spcPct val="90000"/>
        </a:lnSpc>
        <a:spcBef>
          <a:spcPct val="0"/>
        </a:spcBef>
        <a:buNone/>
        <a:defRPr sz="6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" indent="-34290" algn="l" defTabSz="13716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36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3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" indent="-34290" algn="l" defTabSz="137160" rtl="0" eaLnBrk="1" latinLnBrk="0" hangingPunct="1">
        <a:lnSpc>
          <a:spcPct val="90000"/>
        </a:lnSpc>
        <a:spcBef>
          <a:spcPts val="75"/>
        </a:spcBef>
        <a:buFont typeface="Arial" panose="020B0604020202020204" pitchFamily="34" charset="0"/>
        <a:buChar char="•"/>
        <a:defRPr sz="2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" algn="l" defTabSz="137160" rtl="0" eaLnBrk="1" latinLnBrk="0" hangingPunct="1">
        <a:defRPr sz="2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64974-D1C7-2EFA-93BD-13D5655F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434CACE7-7E8B-D2B6-E4B5-497ADEC47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696FB7E-C96C-DC1C-A455-826B0FAAB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C721EB-7AA8-D94E-B582-7B945079F9D4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</p:spTree>
    <p:extLst>
      <p:ext uri="{BB962C8B-B14F-4D97-AF65-F5344CB8AC3E}">
        <p14:creationId xmlns:p14="http://schemas.microsoft.com/office/powerpoint/2010/main" val="603116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D55B6-38B3-4D87-3C13-A32E2F069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869A7DD7-85B5-66B6-95EA-FC199B50C4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5C6424A-218C-1763-CF8F-4BCDAB0F2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173C3E-A3B8-41BB-7DAB-4EF357FB15A7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Talk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</p:spTree>
    <p:extLst>
      <p:ext uri="{BB962C8B-B14F-4D97-AF65-F5344CB8AC3E}">
        <p14:creationId xmlns:p14="http://schemas.microsoft.com/office/powerpoint/2010/main" val="220136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9AFF-8ED7-2BF2-DBD5-540CA3558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85E3D3E2-B8FE-0B9E-3324-64DED503B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670138C-9269-2575-3405-A84A2F7B4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61E811-C6B7-6A94-F081-B84AA00D6AD4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</p:spTree>
    <p:extLst>
      <p:ext uri="{BB962C8B-B14F-4D97-AF65-F5344CB8AC3E}">
        <p14:creationId xmlns:p14="http://schemas.microsoft.com/office/powerpoint/2010/main" val="1604193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9A205-657F-25D7-DC3A-AB492A99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5DE84972-B6B7-15EA-117A-1562D16527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6D37FB1-DED0-3A65-5211-AD736E6D9E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6EB53D-1850-8EAD-256A-0462716B19BA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Teaching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</p:spTree>
    <p:extLst>
      <p:ext uri="{BB962C8B-B14F-4D97-AF65-F5344CB8AC3E}">
        <p14:creationId xmlns:p14="http://schemas.microsoft.com/office/powerpoint/2010/main" val="205838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4BE8B-4A36-1EBF-6BB2-551CA9DF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A091902C-FAF0-88DA-BADF-D4724F27A4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3922A1E-66AA-561F-8D68-E2F2EF9AB7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7D40B4-F6B4-7BAD-3D0E-6059ABEA5EEB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1879470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0CF32-E6B4-0D83-7C2C-AA943873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43953B5A-8D0A-BCF9-6E9C-D5B642101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0B16445-6476-1F02-E0C9-F7B4CFB6D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2ED575-7A92-ACCE-7E7A-AF2409C4DEC0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Talk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300651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3C053-0654-4FF0-72B4-144C3EB8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C2CCE0FC-4683-BDE1-771C-1A6935628E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E5EA6AB4-FEC5-D161-0866-7597D2599F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6CF9E1-4F4B-48B9-0D07-15867F2CCED7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3676307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BE10-B8E4-2069-2419-0878A0D90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3D09481C-FC5C-EAEC-D97A-82873E8743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A36FB95-27CC-45B4-A50A-4361EEE56C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2EBDF9-443A-87BD-2027-F5FB6EEC72FE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Teaching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Finalist</a:t>
            </a:r>
          </a:p>
        </p:txBody>
      </p:sp>
    </p:spTree>
    <p:extLst>
      <p:ext uri="{BB962C8B-B14F-4D97-AF65-F5344CB8AC3E}">
        <p14:creationId xmlns:p14="http://schemas.microsoft.com/office/powerpoint/2010/main" val="256093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9B78F-6DCC-DB66-B843-689A88D28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58AF0F15-BEA5-AC19-4B24-91E56830CA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8F3FD9C-D621-1E2E-F02C-386BEAD75C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EDEC67-A86E-7370-F438-434E1EE19E8B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Paper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94A835A1-6038-CDFB-6922-F8247914AF94}"/>
              </a:ext>
            </a:extLst>
          </p:cNvPr>
          <p:cNvSpPr/>
          <p:nvPr/>
        </p:nvSpPr>
        <p:spPr>
          <a:xfrm>
            <a:off x="43339" y="701124"/>
            <a:ext cx="1280160" cy="411480"/>
          </a:xfrm>
          <a:prstGeom prst="round2DiagRect">
            <a:avLst/>
          </a:prstGeom>
          <a:solidFill>
            <a:srgbClr val="042433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"/>
              </a:spcAft>
            </a:pPr>
            <a:r>
              <a:rPr lang="en-US" sz="600" dirty="0"/>
              <a:t>2026 Academy of Management (AOM) Conference</a:t>
            </a:r>
          </a:p>
          <a:p>
            <a:pPr algn="ctr"/>
            <a:r>
              <a:rPr lang="en-US" sz="600" dirty="0"/>
              <a:t>Managerial and Organizational Cognition (MOC) Division </a:t>
            </a:r>
          </a:p>
        </p:txBody>
      </p:sp>
    </p:spTree>
    <p:extLst>
      <p:ext uri="{BB962C8B-B14F-4D97-AF65-F5344CB8AC3E}">
        <p14:creationId xmlns:p14="http://schemas.microsoft.com/office/powerpoint/2010/main" val="400550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1B4E8-61A7-DF6F-CF41-088D3845C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 descr="Cursor with solid fill">
            <a:extLst>
              <a:ext uri="{FF2B5EF4-FFF2-40B4-BE49-F238E27FC236}">
                <a16:creationId xmlns:a16="http://schemas.microsoft.com/office/drawing/2014/main" id="{6FA157A7-09EB-A0E4-818E-16E3A4059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208061" y="720090"/>
            <a:ext cx="877824" cy="877824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F0988A4-ACD6-D24C-9BA3-CBDE72953A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3716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26B299-624E-5040-97CE-0086C53620D2}"/>
              </a:ext>
            </a:extLst>
          </p:cNvPr>
          <p:cNvSpPr txBox="1"/>
          <p:nvPr/>
        </p:nvSpPr>
        <p:spPr>
          <a:xfrm>
            <a:off x="340519" y="123943"/>
            <a:ext cx="685800" cy="6858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Teaching</a:t>
            </a:r>
            <a:b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800" b="1" dirty="0">
                <a:solidFill>
                  <a:srgbClr val="0424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Winner</a:t>
            </a:r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60539291-1F87-2E63-2D67-D383A3F69761}"/>
              </a:ext>
            </a:extLst>
          </p:cNvPr>
          <p:cNvSpPr/>
          <p:nvPr/>
        </p:nvSpPr>
        <p:spPr>
          <a:xfrm>
            <a:off x="43339" y="701124"/>
            <a:ext cx="1280160" cy="411480"/>
          </a:xfrm>
          <a:prstGeom prst="round2DiagRect">
            <a:avLst/>
          </a:prstGeom>
          <a:solidFill>
            <a:srgbClr val="042433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"/>
              </a:spcAft>
            </a:pPr>
            <a:r>
              <a:rPr lang="en-US" sz="600" dirty="0"/>
              <a:t>2026 Innovative &amp; Sustainable Concept in Higher Education</a:t>
            </a:r>
          </a:p>
          <a:p>
            <a:pPr algn="ctr"/>
            <a:r>
              <a:rPr lang="en-US" sz="600" dirty="0"/>
              <a:t>University of Tübingen</a:t>
            </a:r>
          </a:p>
        </p:txBody>
      </p:sp>
    </p:spTree>
    <p:extLst>
      <p:ext uri="{BB962C8B-B14F-4D97-AF65-F5344CB8AC3E}">
        <p14:creationId xmlns:p14="http://schemas.microsoft.com/office/powerpoint/2010/main" val="2888882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1129</TotalTime>
  <Words>77</Words>
  <Application>Microsoft Office PowerPoint</Application>
  <PresentationFormat>Custom</PresentationFormat>
  <Paragraphs>14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Tobias Rebholz</dc:creator>
  <cp:lastModifiedBy>Tobias Rebholz</cp:lastModifiedBy>
  <cp:revision>65</cp:revision>
  <dcterms:created xsi:type="dcterms:W3CDTF">2026-03-03T22:26:18Z</dcterms:created>
  <dcterms:modified xsi:type="dcterms:W3CDTF">2026-10-15T18:27:08Z</dcterms:modified>
</cp:coreProperties>
</file>