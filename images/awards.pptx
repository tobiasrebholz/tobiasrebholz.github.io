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9"/>
  </p:notesMasterIdLst>
  <p:sldIdLst>
    <p:sldId id="266" r:id="rId2"/>
    <p:sldId id="261" r:id="rId3"/>
    <p:sldId id="260" r:id="rId4"/>
    <p:sldId id="265" r:id="rId5"/>
    <p:sldId id="262" r:id="rId6"/>
    <p:sldId id="264" r:id="rId7"/>
    <p:sldId id="267" r:id="rId8"/>
  </p:sldIdLst>
  <p:sldSz cx="1371600" cy="1371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neral Templates" id="{110A5458-4D1E-4A0A-9148-7D91FF739F50}">
          <p14:sldIdLst>
            <p14:sldId id="266"/>
            <p14:sldId id="261"/>
            <p14:sldId id="260"/>
            <p14:sldId id="265"/>
            <p14:sldId id="262"/>
            <p14:sldId id="264"/>
          </p14:sldIdLst>
        </p14:section>
        <p14:section name="Specific Awards" id="{B204BF1A-F5DA-4780-BD4D-6DBA4BFC239A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909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799" autoAdjust="0"/>
    <p:restoredTop sz="94660"/>
  </p:normalViewPr>
  <p:slideViewPr>
    <p:cSldViewPr snapToGrid="0">
      <p:cViewPr varScale="1">
        <p:scale>
          <a:sx n="382" d="100"/>
          <a:sy n="382" d="100"/>
        </p:scale>
        <p:origin x="5035" y="22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913588-C2C1-4AB8-9F0D-04EC72C1EC15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B37D13-0149-432C-8036-C4B5540D52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344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1pPr>
    <a:lvl2pPr marL="97932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2pPr>
    <a:lvl3pPr marL="195864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3pPr>
    <a:lvl4pPr marL="293797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4pPr>
    <a:lvl5pPr marL="391729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5pPr>
    <a:lvl6pPr marL="489661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6pPr>
    <a:lvl7pPr marL="587593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7pPr>
    <a:lvl8pPr marL="685526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8pPr>
    <a:lvl9pPr marL="783458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70" y="224473"/>
            <a:ext cx="1165860" cy="477520"/>
          </a:xfrm>
        </p:spPr>
        <p:txBody>
          <a:bodyPr anchor="b"/>
          <a:lstStyle>
            <a:lvl1pPr algn="ctr">
              <a:defRPr sz="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1450" y="720408"/>
            <a:ext cx="1028700" cy="331152"/>
          </a:xfrm>
        </p:spPr>
        <p:txBody>
          <a:bodyPr/>
          <a:lstStyle>
            <a:lvl1pPr marL="0" indent="0" algn="ctr">
              <a:buNone/>
              <a:defRPr sz="360"/>
            </a:lvl1pPr>
            <a:lvl2pPr marL="68580" indent="0" algn="ctr">
              <a:buNone/>
              <a:defRPr sz="300"/>
            </a:lvl2pPr>
            <a:lvl3pPr marL="137160" indent="0" algn="ctr">
              <a:buNone/>
              <a:defRPr sz="270"/>
            </a:lvl3pPr>
            <a:lvl4pPr marL="205740" indent="0" algn="ctr">
              <a:buNone/>
              <a:defRPr sz="240"/>
            </a:lvl4pPr>
            <a:lvl5pPr marL="274320" indent="0" algn="ctr">
              <a:buNone/>
              <a:defRPr sz="240"/>
            </a:lvl5pPr>
            <a:lvl6pPr marL="342900" indent="0" algn="ctr">
              <a:buNone/>
              <a:defRPr sz="240"/>
            </a:lvl6pPr>
            <a:lvl7pPr marL="411480" indent="0" algn="ctr">
              <a:buNone/>
              <a:defRPr sz="240"/>
            </a:lvl7pPr>
            <a:lvl8pPr marL="480060" indent="0" algn="ctr">
              <a:buNone/>
              <a:defRPr sz="240"/>
            </a:lvl8pPr>
            <a:lvl9pPr marL="548640" indent="0" algn="ctr">
              <a:buNone/>
              <a:defRPr sz="2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542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709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583" y="341948"/>
            <a:ext cx="1183005" cy="570547"/>
          </a:xfrm>
        </p:spPr>
        <p:txBody>
          <a:bodyPr anchor="b"/>
          <a:lstStyle>
            <a:lvl1pPr>
              <a:defRPr sz="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583" y="917893"/>
            <a:ext cx="1183005" cy="300037"/>
          </a:xfrm>
        </p:spPr>
        <p:txBody>
          <a:bodyPr/>
          <a:lstStyle>
            <a:lvl1pPr marL="0" indent="0">
              <a:buNone/>
              <a:defRPr sz="360">
                <a:solidFill>
                  <a:schemeClr val="tx1">
                    <a:tint val="82000"/>
                  </a:schemeClr>
                </a:solidFill>
              </a:defRPr>
            </a:lvl1pPr>
            <a:lvl2pPr marL="68580" indent="0">
              <a:buNone/>
              <a:defRPr sz="300">
                <a:solidFill>
                  <a:schemeClr val="tx1">
                    <a:tint val="82000"/>
                  </a:schemeClr>
                </a:solidFill>
              </a:defRPr>
            </a:lvl2pPr>
            <a:lvl3pPr marL="137160" indent="0">
              <a:buNone/>
              <a:defRPr sz="270">
                <a:solidFill>
                  <a:schemeClr val="tx1">
                    <a:tint val="82000"/>
                  </a:schemeClr>
                </a:solidFill>
              </a:defRPr>
            </a:lvl3pPr>
            <a:lvl4pPr marL="20574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4pPr>
            <a:lvl5pPr marL="27432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5pPr>
            <a:lvl6pPr marL="34290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6pPr>
            <a:lvl7pPr marL="41148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7pPr>
            <a:lvl8pPr marL="48006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8pPr>
            <a:lvl9pPr marL="54864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175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8" y="365125"/>
            <a:ext cx="582930" cy="8702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4373" y="365125"/>
            <a:ext cx="582930" cy="8702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9153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73025"/>
            <a:ext cx="1183005" cy="26511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476" y="336233"/>
            <a:ext cx="580251" cy="164782"/>
          </a:xfrm>
        </p:spPr>
        <p:txBody>
          <a:bodyPr anchor="b"/>
          <a:lstStyle>
            <a:lvl1pPr marL="0" indent="0">
              <a:buNone/>
              <a:defRPr sz="360" b="1"/>
            </a:lvl1pPr>
            <a:lvl2pPr marL="68580" indent="0">
              <a:buNone/>
              <a:defRPr sz="300" b="1"/>
            </a:lvl2pPr>
            <a:lvl3pPr marL="137160" indent="0">
              <a:buNone/>
              <a:defRPr sz="270" b="1"/>
            </a:lvl3pPr>
            <a:lvl4pPr marL="205740" indent="0">
              <a:buNone/>
              <a:defRPr sz="240" b="1"/>
            </a:lvl4pPr>
            <a:lvl5pPr marL="274320" indent="0">
              <a:buNone/>
              <a:defRPr sz="240" b="1"/>
            </a:lvl5pPr>
            <a:lvl6pPr marL="342900" indent="0">
              <a:buNone/>
              <a:defRPr sz="240" b="1"/>
            </a:lvl6pPr>
            <a:lvl7pPr marL="411480" indent="0">
              <a:buNone/>
              <a:defRPr sz="240" b="1"/>
            </a:lvl7pPr>
            <a:lvl8pPr marL="480060" indent="0">
              <a:buNone/>
              <a:defRPr sz="240" b="1"/>
            </a:lvl8pPr>
            <a:lvl9pPr marL="548640" indent="0">
              <a:buNone/>
              <a:defRPr sz="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476" y="501015"/>
            <a:ext cx="580251" cy="7369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4372" y="336233"/>
            <a:ext cx="583109" cy="164782"/>
          </a:xfrm>
        </p:spPr>
        <p:txBody>
          <a:bodyPr anchor="b"/>
          <a:lstStyle>
            <a:lvl1pPr marL="0" indent="0">
              <a:buNone/>
              <a:defRPr sz="360" b="1"/>
            </a:lvl1pPr>
            <a:lvl2pPr marL="68580" indent="0">
              <a:buNone/>
              <a:defRPr sz="300" b="1"/>
            </a:lvl2pPr>
            <a:lvl3pPr marL="137160" indent="0">
              <a:buNone/>
              <a:defRPr sz="270" b="1"/>
            </a:lvl3pPr>
            <a:lvl4pPr marL="205740" indent="0">
              <a:buNone/>
              <a:defRPr sz="240" b="1"/>
            </a:lvl4pPr>
            <a:lvl5pPr marL="274320" indent="0">
              <a:buNone/>
              <a:defRPr sz="240" b="1"/>
            </a:lvl5pPr>
            <a:lvl6pPr marL="342900" indent="0">
              <a:buNone/>
              <a:defRPr sz="240" b="1"/>
            </a:lvl6pPr>
            <a:lvl7pPr marL="411480" indent="0">
              <a:buNone/>
              <a:defRPr sz="240" b="1"/>
            </a:lvl7pPr>
            <a:lvl8pPr marL="480060" indent="0">
              <a:buNone/>
              <a:defRPr sz="240" b="1"/>
            </a:lvl8pPr>
            <a:lvl9pPr marL="548640" indent="0">
              <a:buNone/>
              <a:defRPr sz="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4372" y="501015"/>
            <a:ext cx="583109" cy="7369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6873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4532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810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91440"/>
            <a:ext cx="442377" cy="320040"/>
          </a:xfrm>
        </p:spPr>
        <p:txBody>
          <a:bodyPr anchor="b"/>
          <a:lstStyle>
            <a:lvl1pPr>
              <a:defRPr sz="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3108" y="197485"/>
            <a:ext cx="694373" cy="974725"/>
          </a:xfrm>
        </p:spPr>
        <p:txBody>
          <a:bodyPr/>
          <a:lstStyle>
            <a:lvl1pPr>
              <a:defRPr sz="480"/>
            </a:lvl1pPr>
            <a:lvl2pPr>
              <a:defRPr sz="420"/>
            </a:lvl2pPr>
            <a:lvl3pPr>
              <a:defRPr sz="360"/>
            </a:lvl3pPr>
            <a:lvl4pPr>
              <a:defRPr sz="300"/>
            </a:lvl4pPr>
            <a:lvl5pPr>
              <a:defRPr sz="300"/>
            </a:lvl5pPr>
            <a:lvl6pPr>
              <a:defRPr sz="300"/>
            </a:lvl6pPr>
            <a:lvl7pPr>
              <a:defRPr sz="300"/>
            </a:lvl7pPr>
            <a:lvl8pPr>
              <a:defRPr sz="300"/>
            </a:lvl8pPr>
            <a:lvl9pPr>
              <a:defRPr sz="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" y="411480"/>
            <a:ext cx="442377" cy="762318"/>
          </a:xfrm>
        </p:spPr>
        <p:txBody>
          <a:bodyPr/>
          <a:lstStyle>
            <a:lvl1pPr marL="0" indent="0">
              <a:buNone/>
              <a:defRPr sz="240"/>
            </a:lvl1pPr>
            <a:lvl2pPr marL="68580" indent="0">
              <a:buNone/>
              <a:defRPr sz="210"/>
            </a:lvl2pPr>
            <a:lvl3pPr marL="137160" indent="0">
              <a:buNone/>
              <a:defRPr sz="180"/>
            </a:lvl3pPr>
            <a:lvl4pPr marL="205740" indent="0">
              <a:buNone/>
              <a:defRPr sz="150"/>
            </a:lvl4pPr>
            <a:lvl5pPr marL="274320" indent="0">
              <a:buNone/>
              <a:defRPr sz="150"/>
            </a:lvl5pPr>
            <a:lvl6pPr marL="342900" indent="0">
              <a:buNone/>
              <a:defRPr sz="150"/>
            </a:lvl6pPr>
            <a:lvl7pPr marL="411480" indent="0">
              <a:buNone/>
              <a:defRPr sz="150"/>
            </a:lvl7pPr>
            <a:lvl8pPr marL="480060" indent="0">
              <a:buNone/>
              <a:defRPr sz="150"/>
            </a:lvl8pPr>
            <a:lvl9pPr marL="548640" indent="0">
              <a:buNone/>
              <a:defRPr sz="1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392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91440"/>
            <a:ext cx="442377" cy="320040"/>
          </a:xfrm>
        </p:spPr>
        <p:txBody>
          <a:bodyPr anchor="b"/>
          <a:lstStyle>
            <a:lvl1pPr>
              <a:defRPr sz="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3108" y="197485"/>
            <a:ext cx="694373" cy="974725"/>
          </a:xfrm>
        </p:spPr>
        <p:txBody>
          <a:bodyPr anchor="t"/>
          <a:lstStyle>
            <a:lvl1pPr marL="0" indent="0">
              <a:buNone/>
              <a:defRPr sz="480"/>
            </a:lvl1pPr>
            <a:lvl2pPr marL="68580" indent="0">
              <a:buNone/>
              <a:defRPr sz="420"/>
            </a:lvl2pPr>
            <a:lvl3pPr marL="137160" indent="0">
              <a:buNone/>
              <a:defRPr sz="360"/>
            </a:lvl3pPr>
            <a:lvl4pPr marL="205740" indent="0">
              <a:buNone/>
              <a:defRPr sz="300"/>
            </a:lvl4pPr>
            <a:lvl5pPr marL="274320" indent="0">
              <a:buNone/>
              <a:defRPr sz="300"/>
            </a:lvl5pPr>
            <a:lvl6pPr marL="342900" indent="0">
              <a:buNone/>
              <a:defRPr sz="300"/>
            </a:lvl6pPr>
            <a:lvl7pPr marL="411480" indent="0">
              <a:buNone/>
              <a:defRPr sz="300"/>
            </a:lvl7pPr>
            <a:lvl8pPr marL="480060" indent="0">
              <a:buNone/>
              <a:defRPr sz="300"/>
            </a:lvl8pPr>
            <a:lvl9pPr marL="548640" indent="0">
              <a:buNone/>
              <a:defRPr sz="3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" y="411480"/>
            <a:ext cx="442377" cy="762318"/>
          </a:xfrm>
        </p:spPr>
        <p:txBody>
          <a:bodyPr/>
          <a:lstStyle>
            <a:lvl1pPr marL="0" indent="0">
              <a:buNone/>
              <a:defRPr sz="240"/>
            </a:lvl1pPr>
            <a:lvl2pPr marL="68580" indent="0">
              <a:buNone/>
              <a:defRPr sz="210"/>
            </a:lvl2pPr>
            <a:lvl3pPr marL="137160" indent="0">
              <a:buNone/>
              <a:defRPr sz="180"/>
            </a:lvl3pPr>
            <a:lvl4pPr marL="205740" indent="0">
              <a:buNone/>
              <a:defRPr sz="150"/>
            </a:lvl4pPr>
            <a:lvl5pPr marL="274320" indent="0">
              <a:buNone/>
              <a:defRPr sz="150"/>
            </a:lvl5pPr>
            <a:lvl6pPr marL="342900" indent="0">
              <a:buNone/>
              <a:defRPr sz="150"/>
            </a:lvl6pPr>
            <a:lvl7pPr marL="411480" indent="0">
              <a:buNone/>
              <a:defRPr sz="150"/>
            </a:lvl7pPr>
            <a:lvl8pPr marL="480060" indent="0">
              <a:buNone/>
              <a:defRPr sz="150"/>
            </a:lvl8pPr>
            <a:lvl9pPr marL="548640" indent="0">
              <a:buNone/>
              <a:defRPr sz="1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5665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43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1551" y="73025"/>
            <a:ext cx="295751" cy="116236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" y="73025"/>
            <a:ext cx="870109" cy="116236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13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298" y="73025"/>
            <a:ext cx="1183005" cy="2651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98" y="365125"/>
            <a:ext cx="1183005" cy="8702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298" y="1271270"/>
            <a:ext cx="308610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4343" y="1271270"/>
            <a:ext cx="462915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8693" y="1271270"/>
            <a:ext cx="308610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86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37160" rtl="0" eaLnBrk="1" latinLnBrk="0" hangingPunct="1">
        <a:lnSpc>
          <a:spcPct val="90000"/>
        </a:lnSpc>
        <a:spcBef>
          <a:spcPct val="0"/>
        </a:spcBef>
        <a:buNone/>
        <a:defRPr sz="6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" indent="-34290" algn="l" defTabSz="13716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42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36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3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64974-D1C7-2EFA-93BD-13D5655F7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434CACE7-7E8B-D2B6-E4B5-497ADEC476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8696FB7E-C96C-DC1C-A455-826B0FAAB3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AC721EB-7AA8-D94E-B582-7B945079F9D4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</p:spTree>
    <p:extLst>
      <p:ext uri="{BB962C8B-B14F-4D97-AF65-F5344CB8AC3E}">
        <p14:creationId xmlns:p14="http://schemas.microsoft.com/office/powerpoint/2010/main" val="6031164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D55B6-38B3-4D87-3C13-A32E2F069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869A7DD7-85B5-66B6-95EA-FC199B50C4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75C6424A-218C-1763-CF8F-4BCDAB0F27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173C3E-A3B8-41BB-7DAB-4EF357FB15A7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Talk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</p:spTree>
    <p:extLst>
      <p:ext uri="{BB962C8B-B14F-4D97-AF65-F5344CB8AC3E}">
        <p14:creationId xmlns:p14="http://schemas.microsoft.com/office/powerpoint/2010/main" val="22013630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89AFF-8ED7-2BF2-DBD5-540CA3558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85E3D3E2-B8FE-0B9E-3324-64DED503B9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0670138C-9269-2575-3405-A84A2F7B45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C61E811-C6B7-6A94-F081-B84AA00D6AD4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Poster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</p:spTree>
    <p:extLst>
      <p:ext uri="{BB962C8B-B14F-4D97-AF65-F5344CB8AC3E}">
        <p14:creationId xmlns:p14="http://schemas.microsoft.com/office/powerpoint/2010/main" val="16041930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4BE8B-4A36-1EBF-6BB2-551CA9DF4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A091902C-FAF0-88DA-BADF-D4724F27A4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D3922A1E-66AA-561F-8D68-E2F2EF9AB7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47D40B4-F6B4-7BAD-3D0E-6059ABEA5EEB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1879470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0CF32-E6B4-0D83-7C2C-AA9438733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43953B5A-8D0A-BCF9-6E9C-D5B6421016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B0B16445-6476-1F02-E0C9-F7B4CFB6D2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2ED575-7A92-ACCE-7E7A-AF2409C4DEC0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Talk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30065103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3C053-0654-4FF0-72B4-144C3EB8D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C2CCE0FC-4683-BDE1-771C-1A6935628E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E5EA6AB4-FEC5-D161-0866-7597D2599F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16CF9E1-4F4B-48B9-0D07-15867F2CCED7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Poster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36763073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A6A4C-3348-7D99-FA79-CCC7901FD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02C84DE5-81F5-A02A-4C94-A5844910D8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398B8D96-60BA-AC7E-EF46-531F883F2B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2ABD83-7469-1185-A701-CD546D657196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FA4DA5-66C6-FE5D-F6E1-5E238F3E3DC8}"/>
              </a:ext>
            </a:extLst>
          </p:cNvPr>
          <p:cNvSpPr/>
          <p:nvPr/>
        </p:nvSpPr>
        <p:spPr>
          <a:xfrm>
            <a:off x="43339" y="701124"/>
            <a:ext cx="1280160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50"/>
              </a:spcAft>
            </a:pPr>
            <a:r>
              <a:rPr lang="en-US" sz="600" dirty="0"/>
              <a:t>2026 Academy of Management (AOM) Conference</a:t>
            </a:r>
          </a:p>
          <a:p>
            <a:pPr algn="ctr"/>
            <a:r>
              <a:rPr lang="en-US" sz="600"/>
              <a:t>Managerial </a:t>
            </a:r>
            <a:r>
              <a:rPr lang="en-US" sz="600" dirty="0"/>
              <a:t>and Organizational Cognition (MOC) Division </a:t>
            </a:r>
          </a:p>
        </p:txBody>
      </p:sp>
    </p:spTree>
    <p:extLst>
      <p:ext uri="{BB962C8B-B14F-4D97-AF65-F5344CB8AC3E}">
        <p14:creationId xmlns:p14="http://schemas.microsoft.com/office/powerpoint/2010/main" val="3136558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90</TotalTime>
  <Words>51</Words>
  <Application>Microsoft Office PowerPoint</Application>
  <PresentationFormat>Custom</PresentationFormat>
  <Paragraphs>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Tobias Rebholz</dc:creator>
  <cp:lastModifiedBy>Tobias Rebholz</cp:lastModifiedBy>
  <cp:revision>49</cp:revision>
  <dcterms:created xsi:type="dcterms:W3CDTF">2026-03-03T22:26:18Z</dcterms:created>
  <dcterms:modified xsi:type="dcterms:W3CDTF">2026-05-12T21:18:48Z</dcterms:modified>
</cp:coreProperties>
</file>