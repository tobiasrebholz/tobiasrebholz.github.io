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"/>
  </p:notesMasterIdLst>
  <p:sldIdLst>
    <p:sldId id="261" r:id="rId2"/>
    <p:sldId id="260" r:id="rId3"/>
    <p:sldId id="262" r:id="rId4"/>
    <p:sldId id="264" r:id="rId5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99" autoAdjust="0"/>
    <p:restoredTop sz="94660"/>
  </p:normalViewPr>
  <p:slideViewPr>
    <p:cSldViewPr snapToGrid="0">
      <p:cViewPr varScale="1">
        <p:scale>
          <a:sx n="400" d="100"/>
          <a:sy n="400" d="100"/>
        </p:scale>
        <p:origin x="585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38138" y="112038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(Winner)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38138" y="112038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(Winner)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38138" y="112038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(Finalist)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38138" y="112038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(Finalist)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</TotalTime>
  <Words>28</Words>
  <Application>Microsoft Office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41</cp:revision>
  <dcterms:created xsi:type="dcterms:W3CDTF">2026-03-03T22:26:18Z</dcterms:created>
  <dcterms:modified xsi:type="dcterms:W3CDTF">2026-04-16T18:15:10Z</dcterms:modified>
</cp:coreProperties>
</file>