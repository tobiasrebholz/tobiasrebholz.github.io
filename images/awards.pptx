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12"/>
  </p:notesMasterIdLst>
  <p:sldIdLst>
    <p:sldId id="266" r:id="rId2"/>
    <p:sldId id="261" r:id="rId3"/>
    <p:sldId id="260" r:id="rId4"/>
    <p:sldId id="270" r:id="rId5"/>
    <p:sldId id="265" r:id="rId6"/>
    <p:sldId id="262" r:id="rId7"/>
    <p:sldId id="264" r:id="rId8"/>
    <p:sldId id="269" r:id="rId9"/>
    <p:sldId id="267" r:id="rId10"/>
    <p:sldId id="268" r:id="rId11"/>
  </p:sldIdLst>
  <p:sldSz cx="1371600" cy="13716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General Templates" id="{110A5458-4D1E-4A0A-9148-7D91FF739F50}">
          <p14:sldIdLst>
            <p14:sldId id="266"/>
            <p14:sldId id="261"/>
            <p14:sldId id="260"/>
            <p14:sldId id="270"/>
            <p14:sldId id="265"/>
            <p14:sldId id="262"/>
            <p14:sldId id="264"/>
            <p14:sldId id="269"/>
          </p14:sldIdLst>
        </p14:section>
        <p14:section name="Specific Awards" id="{B204BF1A-F5DA-4780-BD4D-6DBA4BFC239A}">
          <p14:sldIdLst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42433"/>
    <a:srgbClr val="09090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799" autoAdjust="0"/>
    <p:restoredTop sz="94660"/>
  </p:normalViewPr>
  <p:slideViewPr>
    <p:cSldViewPr snapToGrid="0">
      <p:cViewPr varScale="1">
        <p:scale>
          <a:sx n="400" d="100"/>
          <a:sy n="400" d="100"/>
        </p:scale>
        <p:origin x="5798" y="6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913588-C2C1-4AB8-9F0D-04EC72C1EC15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885950" y="1143000"/>
            <a:ext cx="30861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B37D13-0149-432C-8036-C4B5540D52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2344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1pPr>
    <a:lvl2pPr marL="97932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2pPr>
    <a:lvl3pPr marL="195864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3pPr>
    <a:lvl4pPr marL="293797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4pPr>
    <a:lvl5pPr marL="391729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5pPr>
    <a:lvl6pPr marL="489661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6pPr>
    <a:lvl7pPr marL="587593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7pPr>
    <a:lvl8pPr marL="685526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8pPr>
    <a:lvl9pPr marL="783458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2870" y="224473"/>
            <a:ext cx="1165860" cy="477520"/>
          </a:xfrm>
        </p:spPr>
        <p:txBody>
          <a:bodyPr anchor="b"/>
          <a:lstStyle>
            <a:lvl1pPr algn="ctr">
              <a:defRPr sz="9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1450" y="720408"/>
            <a:ext cx="1028700" cy="331152"/>
          </a:xfrm>
        </p:spPr>
        <p:txBody>
          <a:bodyPr/>
          <a:lstStyle>
            <a:lvl1pPr marL="0" indent="0" algn="ctr">
              <a:buNone/>
              <a:defRPr sz="360"/>
            </a:lvl1pPr>
            <a:lvl2pPr marL="68580" indent="0" algn="ctr">
              <a:buNone/>
              <a:defRPr sz="300"/>
            </a:lvl2pPr>
            <a:lvl3pPr marL="137160" indent="0" algn="ctr">
              <a:buNone/>
              <a:defRPr sz="270"/>
            </a:lvl3pPr>
            <a:lvl4pPr marL="205740" indent="0" algn="ctr">
              <a:buNone/>
              <a:defRPr sz="240"/>
            </a:lvl4pPr>
            <a:lvl5pPr marL="274320" indent="0" algn="ctr">
              <a:buNone/>
              <a:defRPr sz="240"/>
            </a:lvl5pPr>
            <a:lvl6pPr marL="342900" indent="0" algn="ctr">
              <a:buNone/>
              <a:defRPr sz="240"/>
            </a:lvl6pPr>
            <a:lvl7pPr marL="411480" indent="0" algn="ctr">
              <a:buNone/>
              <a:defRPr sz="240"/>
            </a:lvl7pPr>
            <a:lvl8pPr marL="480060" indent="0" algn="ctr">
              <a:buNone/>
              <a:defRPr sz="240"/>
            </a:lvl8pPr>
            <a:lvl9pPr marL="548640" indent="0" algn="ctr">
              <a:buNone/>
              <a:defRPr sz="24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55428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37092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583" y="341948"/>
            <a:ext cx="1183005" cy="570547"/>
          </a:xfrm>
        </p:spPr>
        <p:txBody>
          <a:bodyPr anchor="b"/>
          <a:lstStyle>
            <a:lvl1pPr>
              <a:defRPr sz="9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3583" y="917893"/>
            <a:ext cx="1183005" cy="300037"/>
          </a:xfrm>
        </p:spPr>
        <p:txBody>
          <a:bodyPr/>
          <a:lstStyle>
            <a:lvl1pPr marL="0" indent="0">
              <a:buNone/>
              <a:defRPr sz="360">
                <a:solidFill>
                  <a:schemeClr val="tx1">
                    <a:tint val="82000"/>
                  </a:schemeClr>
                </a:solidFill>
              </a:defRPr>
            </a:lvl1pPr>
            <a:lvl2pPr marL="68580" indent="0">
              <a:buNone/>
              <a:defRPr sz="300">
                <a:solidFill>
                  <a:schemeClr val="tx1">
                    <a:tint val="82000"/>
                  </a:schemeClr>
                </a:solidFill>
              </a:defRPr>
            </a:lvl2pPr>
            <a:lvl3pPr marL="137160" indent="0">
              <a:buNone/>
              <a:defRPr sz="270">
                <a:solidFill>
                  <a:schemeClr val="tx1">
                    <a:tint val="82000"/>
                  </a:schemeClr>
                </a:solidFill>
              </a:defRPr>
            </a:lvl3pPr>
            <a:lvl4pPr marL="205740" indent="0">
              <a:buNone/>
              <a:defRPr sz="240">
                <a:solidFill>
                  <a:schemeClr val="tx1">
                    <a:tint val="82000"/>
                  </a:schemeClr>
                </a:solidFill>
              </a:defRPr>
            </a:lvl4pPr>
            <a:lvl5pPr marL="274320" indent="0">
              <a:buNone/>
              <a:defRPr sz="240">
                <a:solidFill>
                  <a:schemeClr val="tx1">
                    <a:tint val="82000"/>
                  </a:schemeClr>
                </a:solidFill>
              </a:defRPr>
            </a:lvl5pPr>
            <a:lvl6pPr marL="342900" indent="0">
              <a:buNone/>
              <a:defRPr sz="240">
                <a:solidFill>
                  <a:schemeClr val="tx1">
                    <a:tint val="82000"/>
                  </a:schemeClr>
                </a:solidFill>
              </a:defRPr>
            </a:lvl6pPr>
            <a:lvl7pPr marL="411480" indent="0">
              <a:buNone/>
              <a:defRPr sz="240">
                <a:solidFill>
                  <a:schemeClr val="tx1">
                    <a:tint val="82000"/>
                  </a:schemeClr>
                </a:solidFill>
              </a:defRPr>
            </a:lvl7pPr>
            <a:lvl8pPr marL="480060" indent="0">
              <a:buNone/>
              <a:defRPr sz="240">
                <a:solidFill>
                  <a:schemeClr val="tx1">
                    <a:tint val="82000"/>
                  </a:schemeClr>
                </a:solidFill>
              </a:defRPr>
            </a:lvl8pPr>
            <a:lvl9pPr marL="548640" indent="0">
              <a:buNone/>
              <a:defRPr sz="24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61758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4298" y="365125"/>
            <a:ext cx="582930" cy="8702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94373" y="365125"/>
            <a:ext cx="582930" cy="8702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69153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76" y="73025"/>
            <a:ext cx="1183005" cy="26511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476" y="336233"/>
            <a:ext cx="580251" cy="164782"/>
          </a:xfrm>
        </p:spPr>
        <p:txBody>
          <a:bodyPr anchor="b"/>
          <a:lstStyle>
            <a:lvl1pPr marL="0" indent="0">
              <a:buNone/>
              <a:defRPr sz="360" b="1"/>
            </a:lvl1pPr>
            <a:lvl2pPr marL="68580" indent="0">
              <a:buNone/>
              <a:defRPr sz="300" b="1"/>
            </a:lvl2pPr>
            <a:lvl3pPr marL="137160" indent="0">
              <a:buNone/>
              <a:defRPr sz="270" b="1"/>
            </a:lvl3pPr>
            <a:lvl4pPr marL="205740" indent="0">
              <a:buNone/>
              <a:defRPr sz="240" b="1"/>
            </a:lvl4pPr>
            <a:lvl5pPr marL="274320" indent="0">
              <a:buNone/>
              <a:defRPr sz="240" b="1"/>
            </a:lvl5pPr>
            <a:lvl6pPr marL="342900" indent="0">
              <a:buNone/>
              <a:defRPr sz="240" b="1"/>
            </a:lvl6pPr>
            <a:lvl7pPr marL="411480" indent="0">
              <a:buNone/>
              <a:defRPr sz="240" b="1"/>
            </a:lvl7pPr>
            <a:lvl8pPr marL="480060" indent="0">
              <a:buNone/>
              <a:defRPr sz="240" b="1"/>
            </a:lvl8pPr>
            <a:lvl9pPr marL="548640" indent="0">
              <a:buNone/>
              <a:defRPr sz="2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4476" y="501015"/>
            <a:ext cx="580251" cy="73691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94372" y="336233"/>
            <a:ext cx="583109" cy="164782"/>
          </a:xfrm>
        </p:spPr>
        <p:txBody>
          <a:bodyPr anchor="b"/>
          <a:lstStyle>
            <a:lvl1pPr marL="0" indent="0">
              <a:buNone/>
              <a:defRPr sz="360" b="1"/>
            </a:lvl1pPr>
            <a:lvl2pPr marL="68580" indent="0">
              <a:buNone/>
              <a:defRPr sz="300" b="1"/>
            </a:lvl2pPr>
            <a:lvl3pPr marL="137160" indent="0">
              <a:buNone/>
              <a:defRPr sz="270" b="1"/>
            </a:lvl3pPr>
            <a:lvl4pPr marL="205740" indent="0">
              <a:buNone/>
              <a:defRPr sz="240" b="1"/>
            </a:lvl4pPr>
            <a:lvl5pPr marL="274320" indent="0">
              <a:buNone/>
              <a:defRPr sz="240" b="1"/>
            </a:lvl5pPr>
            <a:lvl6pPr marL="342900" indent="0">
              <a:buNone/>
              <a:defRPr sz="240" b="1"/>
            </a:lvl6pPr>
            <a:lvl7pPr marL="411480" indent="0">
              <a:buNone/>
              <a:defRPr sz="240" b="1"/>
            </a:lvl7pPr>
            <a:lvl8pPr marL="480060" indent="0">
              <a:buNone/>
              <a:defRPr sz="240" b="1"/>
            </a:lvl8pPr>
            <a:lvl9pPr marL="548640" indent="0">
              <a:buNone/>
              <a:defRPr sz="2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94372" y="501015"/>
            <a:ext cx="583109" cy="73691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26873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64532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56810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76" y="91440"/>
            <a:ext cx="442377" cy="320040"/>
          </a:xfrm>
        </p:spPr>
        <p:txBody>
          <a:bodyPr anchor="b"/>
          <a:lstStyle>
            <a:lvl1pPr>
              <a:defRPr sz="4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3108" y="197485"/>
            <a:ext cx="694373" cy="974725"/>
          </a:xfrm>
        </p:spPr>
        <p:txBody>
          <a:bodyPr/>
          <a:lstStyle>
            <a:lvl1pPr>
              <a:defRPr sz="480"/>
            </a:lvl1pPr>
            <a:lvl2pPr>
              <a:defRPr sz="420"/>
            </a:lvl2pPr>
            <a:lvl3pPr>
              <a:defRPr sz="360"/>
            </a:lvl3pPr>
            <a:lvl4pPr>
              <a:defRPr sz="300"/>
            </a:lvl4pPr>
            <a:lvl5pPr>
              <a:defRPr sz="300"/>
            </a:lvl5pPr>
            <a:lvl6pPr>
              <a:defRPr sz="300"/>
            </a:lvl6pPr>
            <a:lvl7pPr>
              <a:defRPr sz="300"/>
            </a:lvl7pPr>
            <a:lvl8pPr>
              <a:defRPr sz="300"/>
            </a:lvl8pPr>
            <a:lvl9pPr>
              <a:defRPr sz="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4476" y="411480"/>
            <a:ext cx="442377" cy="762318"/>
          </a:xfrm>
        </p:spPr>
        <p:txBody>
          <a:bodyPr/>
          <a:lstStyle>
            <a:lvl1pPr marL="0" indent="0">
              <a:buNone/>
              <a:defRPr sz="240"/>
            </a:lvl1pPr>
            <a:lvl2pPr marL="68580" indent="0">
              <a:buNone/>
              <a:defRPr sz="210"/>
            </a:lvl2pPr>
            <a:lvl3pPr marL="137160" indent="0">
              <a:buNone/>
              <a:defRPr sz="180"/>
            </a:lvl3pPr>
            <a:lvl4pPr marL="205740" indent="0">
              <a:buNone/>
              <a:defRPr sz="150"/>
            </a:lvl4pPr>
            <a:lvl5pPr marL="274320" indent="0">
              <a:buNone/>
              <a:defRPr sz="150"/>
            </a:lvl5pPr>
            <a:lvl6pPr marL="342900" indent="0">
              <a:buNone/>
              <a:defRPr sz="150"/>
            </a:lvl6pPr>
            <a:lvl7pPr marL="411480" indent="0">
              <a:buNone/>
              <a:defRPr sz="150"/>
            </a:lvl7pPr>
            <a:lvl8pPr marL="480060" indent="0">
              <a:buNone/>
              <a:defRPr sz="150"/>
            </a:lvl8pPr>
            <a:lvl9pPr marL="548640" indent="0">
              <a:buNone/>
              <a:defRPr sz="1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63927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76" y="91440"/>
            <a:ext cx="442377" cy="320040"/>
          </a:xfrm>
        </p:spPr>
        <p:txBody>
          <a:bodyPr anchor="b"/>
          <a:lstStyle>
            <a:lvl1pPr>
              <a:defRPr sz="4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83108" y="197485"/>
            <a:ext cx="694373" cy="974725"/>
          </a:xfrm>
        </p:spPr>
        <p:txBody>
          <a:bodyPr anchor="t"/>
          <a:lstStyle>
            <a:lvl1pPr marL="0" indent="0">
              <a:buNone/>
              <a:defRPr sz="480"/>
            </a:lvl1pPr>
            <a:lvl2pPr marL="68580" indent="0">
              <a:buNone/>
              <a:defRPr sz="420"/>
            </a:lvl2pPr>
            <a:lvl3pPr marL="137160" indent="0">
              <a:buNone/>
              <a:defRPr sz="360"/>
            </a:lvl3pPr>
            <a:lvl4pPr marL="205740" indent="0">
              <a:buNone/>
              <a:defRPr sz="300"/>
            </a:lvl4pPr>
            <a:lvl5pPr marL="274320" indent="0">
              <a:buNone/>
              <a:defRPr sz="300"/>
            </a:lvl5pPr>
            <a:lvl6pPr marL="342900" indent="0">
              <a:buNone/>
              <a:defRPr sz="300"/>
            </a:lvl6pPr>
            <a:lvl7pPr marL="411480" indent="0">
              <a:buNone/>
              <a:defRPr sz="300"/>
            </a:lvl7pPr>
            <a:lvl8pPr marL="480060" indent="0">
              <a:buNone/>
              <a:defRPr sz="300"/>
            </a:lvl8pPr>
            <a:lvl9pPr marL="548640" indent="0">
              <a:buNone/>
              <a:defRPr sz="3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4476" y="411480"/>
            <a:ext cx="442377" cy="762318"/>
          </a:xfrm>
        </p:spPr>
        <p:txBody>
          <a:bodyPr/>
          <a:lstStyle>
            <a:lvl1pPr marL="0" indent="0">
              <a:buNone/>
              <a:defRPr sz="240"/>
            </a:lvl1pPr>
            <a:lvl2pPr marL="68580" indent="0">
              <a:buNone/>
              <a:defRPr sz="210"/>
            </a:lvl2pPr>
            <a:lvl3pPr marL="137160" indent="0">
              <a:buNone/>
              <a:defRPr sz="180"/>
            </a:lvl3pPr>
            <a:lvl4pPr marL="205740" indent="0">
              <a:buNone/>
              <a:defRPr sz="150"/>
            </a:lvl4pPr>
            <a:lvl5pPr marL="274320" indent="0">
              <a:buNone/>
              <a:defRPr sz="150"/>
            </a:lvl5pPr>
            <a:lvl6pPr marL="342900" indent="0">
              <a:buNone/>
              <a:defRPr sz="150"/>
            </a:lvl6pPr>
            <a:lvl7pPr marL="411480" indent="0">
              <a:buNone/>
              <a:defRPr sz="150"/>
            </a:lvl7pPr>
            <a:lvl8pPr marL="480060" indent="0">
              <a:buNone/>
              <a:defRPr sz="150"/>
            </a:lvl8pPr>
            <a:lvl9pPr marL="548640" indent="0">
              <a:buNone/>
              <a:defRPr sz="1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25665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3434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81551" y="73025"/>
            <a:ext cx="295751" cy="116236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4297" y="73025"/>
            <a:ext cx="870109" cy="116236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01349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4298" y="73025"/>
            <a:ext cx="1183005" cy="26511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298" y="365125"/>
            <a:ext cx="1183005" cy="8702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4298" y="1271270"/>
            <a:ext cx="308610" cy="730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700A39-06E1-486D-9C71-A159ABBEACA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4343" y="1271270"/>
            <a:ext cx="462915" cy="730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68693" y="1271270"/>
            <a:ext cx="308610" cy="730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6869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137160" rtl="0" eaLnBrk="1" latinLnBrk="0" hangingPunct="1">
        <a:lnSpc>
          <a:spcPct val="90000"/>
        </a:lnSpc>
        <a:spcBef>
          <a:spcPct val="0"/>
        </a:spcBef>
        <a:buNone/>
        <a:defRPr sz="6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" indent="-34290" algn="l" defTabSz="137160" rtl="0" eaLnBrk="1" latinLnBrk="0" hangingPunct="1">
        <a:lnSpc>
          <a:spcPct val="90000"/>
        </a:lnSpc>
        <a:spcBef>
          <a:spcPts val="150"/>
        </a:spcBef>
        <a:buFont typeface="Arial" panose="020B0604020202020204" pitchFamily="34" charset="0"/>
        <a:buChar char="•"/>
        <a:defRPr sz="420" kern="1200">
          <a:solidFill>
            <a:schemeClr val="tx1"/>
          </a:solidFill>
          <a:latin typeface="+mn-lt"/>
          <a:ea typeface="+mn-ea"/>
          <a:cs typeface="+mn-cs"/>
        </a:defRPr>
      </a:lvl1pPr>
      <a:lvl2pPr marL="102870" indent="-34290" algn="l" defTabSz="137160" rtl="0" eaLnBrk="1" latinLnBrk="0" hangingPunct="1">
        <a:lnSpc>
          <a:spcPct val="90000"/>
        </a:lnSpc>
        <a:spcBef>
          <a:spcPts val="75"/>
        </a:spcBef>
        <a:buFont typeface="Arial" panose="020B0604020202020204" pitchFamily="34" charset="0"/>
        <a:buChar char="•"/>
        <a:defRPr sz="36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34290" algn="l" defTabSz="137160" rtl="0" eaLnBrk="1" latinLnBrk="0" hangingPunct="1">
        <a:lnSpc>
          <a:spcPct val="90000"/>
        </a:lnSpc>
        <a:spcBef>
          <a:spcPts val="75"/>
        </a:spcBef>
        <a:buFont typeface="Arial" panose="020B0604020202020204" pitchFamily="34" charset="0"/>
        <a:buChar char="•"/>
        <a:defRPr sz="300" kern="1200">
          <a:solidFill>
            <a:schemeClr val="tx1"/>
          </a:solidFill>
          <a:latin typeface="+mn-lt"/>
          <a:ea typeface="+mn-ea"/>
          <a:cs typeface="+mn-cs"/>
        </a:defRPr>
      </a:lvl3pPr>
      <a:lvl4pPr marL="240030" indent="-34290" algn="l" defTabSz="137160" rtl="0" eaLnBrk="1" latinLnBrk="0" hangingPunct="1">
        <a:lnSpc>
          <a:spcPct val="90000"/>
        </a:lnSpc>
        <a:spcBef>
          <a:spcPts val="75"/>
        </a:spcBef>
        <a:buFont typeface="Arial" panose="020B0604020202020204" pitchFamily="34" charset="0"/>
        <a:buChar char="•"/>
        <a:defRPr sz="270" kern="1200">
          <a:solidFill>
            <a:schemeClr val="tx1"/>
          </a:solidFill>
          <a:latin typeface="+mn-lt"/>
          <a:ea typeface="+mn-ea"/>
          <a:cs typeface="+mn-cs"/>
        </a:defRPr>
      </a:lvl4pPr>
      <a:lvl5pPr marL="308610" indent="-34290" algn="l" defTabSz="137160" rtl="0" eaLnBrk="1" latinLnBrk="0" hangingPunct="1">
        <a:lnSpc>
          <a:spcPct val="90000"/>
        </a:lnSpc>
        <a:spcBef>
          <a:spcPts val="75"/>
        </a:spcBef>
        <a:buFont typeface="Arial" panose="020B0604020202020204" pitchFamily="34" charset="0"/>
        <a:buChar char="•"/>
        <a:defRPr sz="270" kern="1200">
          <a:solidFill>
            <a:schemeClr val="tx1"/>
          </a:solidFill>
          <a:latin typeface="+mn-lt"/>
          <a:ea typeface="+mn-ea"/>
          <a:cs typeface="+mn-cs"/>
        </a:defRPr>
      </a:lvl5pPr>
      <a:lvl6pPr marL="377190" indent="-34290" algn="l" defTabSz="137160" rtl="0" eaLnBrk="1" latinLnBrk="0" hangingPunct="1">
        <a:lnSpc>
          <a:spcPct val="90000"/>
        </a:lnSpc>
        <a:spcBef>
          <a:spcPts val="75"/>
        </a:spcBef>
        <a:buFont typeface="Arial" panose="020B0604020202020204" pitchFamily="34" charset="0"/>
        <a:buChar char="•"/>
        <a:defRPr sz="270" kern="1200">
          <a:solidFill>
            <a:schemeClr val="tx1"/>
          </a:solidFill>
          <a:latin typeface="+mn-lt"/>
          <a:ea typeface="+mn-ea"/>
          <a:cs typeface="+mn-cs"/>
        </a:defRPr>
      </a:lvl6pPr>
      <a:lvl7pPr marL="445770" indent="-34290" algn="l" defTabSz="137160" rtl="0" eaLnBrk="1" latinLnBrk="0" hangingPunct="1">
        <a:lnSpc>
          <a:spcPct val="90000"/>
        </a:lnSpc>
        <a:spcBef>
          <a:spcPts val="75"/>
        </a:spcBef>
        <a:buFont typeface="Arial" panose="020B0604020202020204" pitchFamily="34" charset="0"/>
        <a:buChar char="•"/>
        <a:defRPr sz="270" kern="1200">
          <a:solidFill>
            <a:schemeClr val="tx1"/>
          </a:solidFill>
          <a:latin typeface="+mn-lt"/>
          <a:ea typeface="+mn-ea"/>
          <a:cs typeface="+mn-cs"/>
        </a:defRPr>
      </a:lvl7pPr>
      <a:lvl8pPr marL="514350" indent="-34290" algn="l" defTabSz="137160" rtl="0" eaLnBrk="1" latinLnBrk="0" hangingPunct="1">
        <a:lnSpc>
          <a:spcPct val="90000"/>
        </a:lnSpc>
        <a:spcBef>
          <a:spcPts val="75"/>
        </a:spcBef>
        <a:buFont typeface="Arial" panose="020B0604020202020204" pitchFamily="34" charset="0"/>
        <a:buChar char="•"/>
        <a:defRPr sz="270" kern="1200">
          <a:solidFill>
            <a:schemeClr val="tx1"/>
          </a:solidFill>
          <a:latin typeface="+mn-lt"/>
          <a:ea typeface="+mn-ea"/>
          <a:cs typeface="+mn-cs"/>
        </a:defRPr>
      </a:lvl8pPr>
      <a:lvl9pPr marL="582930" indent="-34290" algn="l" defTabSz="137160" rtl="0" eaLnBrk="1" latinLnBrk="0" hangingPunct="1">
        <a:lnSpc>
          <a:spcPct val="90000"/>
        </a:lnSpc>
        <a:spcBef>
          <a:spcPts val="75"/>
        </a:spcBef>
        <a:buFont typeface="Arial" panose="020B0604020202020204" pitchFamily="34" charset="0"/>
        <a:buChar char="•"/>
        <a:defRPr sz="27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3pPr>
      <a:lvl4pPr marL="20574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6pPr>
      <a:lvl7pPr marL="41148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8pPr>
      <a:lvl9pPr marL="54864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A64974-D1C7-2EFA-93BD-13D5655F7B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Cursor with solid fill">
            <a:extLst>
              <a:ext uri="{FF2B5EF4-FFF2-40B4-BE49-F238E27FC236}">
                <a16:creationId xmlns:a16="http://schemas.microsoft.com/office/drawing/2014/main" id="{434CACE7-7E8B-D2B6-E4B5-497ADEC476E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208061" y="720090"/>
            <a:ext cx="877824" cy="877824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8696FB7E-C96C-DC1C-A455-826B0FAAB3F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AC721EB-7AA8-D94E-B582-7B945079F9D4}"/>
              </a:ext>
            </a:extLst>
          </p:cNvPr>
          <p:cNvSpPr txBox="1"/>
          <p:nvPr/>
        </p:nvSpPr>
        <p:spPr>
          <a:xfrm>
            <a:off x="340519" y="123943"/>
            <a:ext cx="685800" cy="6858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Best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Paper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Winner</a:t>
            </a:r>
          </a:p>
        </p:txBody>
      </p:sp>
    </p:spTree>
    <p:extLst>
      <p:ext uri="{BB962C8B-B14F-4D97-AF65-F5344CB8AC3E}">
        <p14:creationId xmlns:p14="http://schemas.microsoft.com/office/powerpoint/2010/main" val="6031164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9D55B6-38B3-4D87-3C13-A32E2F0696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Cursor with solid fill">
            <a:extLst>
              <a:ext uri="{FF2B5EF4-FFF2-40B4-BE49-F238E27FC236}">
                <a16:creationId xmlns:a16="http://schemas.microsoft.com/office/drawing/2014/main" id="{869A7DD7-85B5-66B6-95EA-FC199B50C45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208061" y="720090"/>
            <a:ext cx="877824" cy="877824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75C6424A-218C-1763-CF8F-4BCDAB0F27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1173C3E-A3B8-41BB-7DAB-4EF357FB15A7}"/>
              </a:ext>
            </a:extLst>
          </p:cNvPr>
          <p:cNvSpPr txBox="1"/>
          <p:nvPr/>
        </p:nvSpPr>
        <p:spPr>
          <a:xfrm>
            <a:off x="340519" y="123943"/>
            <a:ext cx="685800" cy="6858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Best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Talk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Winner</a:t>
            </a:r>
          </a:p>
        </p:txBody>
      </p:sp>
    </p:spTree>
    <p:extLst>
      <p:ext uri="{BB962C8B-B14F-4D97-AF65-F5344CB8AC3E}">
        <p14:creationId xmlns:p14="http://schemas.microsoft.com/office/powerpoint/2010/main" val="22013630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089AFF-8ED7-2BF2-DBD5-540CA35580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Cursor with solid fill">
            <a:extLst>
              <a:ext uri="{FF2B5EF4-FFF2-40B4-BE49-F238E27FC236}">
                <a16:creationId xmlns:a16="http://schemas.microsoft.com/office/drawing/2014/main" id="{85E3D3E2-B8FE-0B9E-3324-64DED503B93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208061" y="720090"/>
            <a:ext cx="877824" cy="877824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0670138C-9269-2575-3405-A84A2F7B451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C61E811-C6B7-6A94-F081-B84AA00D6AD4}"/>
              </a:ext>
            </a:extLst>
          </p:cNvPr>
          <p:cNvSpPr txBox="1"/>
          <p:nvPr/>
        </p:nvSpPr>
        <p:spPr>
          <a:xfrm>
            <a:off x="340519" y="123943"/>
            <a:ext cx="685800" cy="6858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Best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Poster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Winner</a:t>
            </a:r>
          </a:p>
        </p:txBody>
      </p:sp>
    </p:spTree>
    <p:extLst>
      <p:ext uri="{BB962C8B-B14F-4D97-AF65-F5344CB8AC3E}">
        <p14:creationId xmlns:p14="http://schemas.microsoft.com/office/powerpoint/2010/main" val="16041930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39A205-657F-25D7-DC3A-AB492A9903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Cursor with solid fill">
            <a:extLst>
              <a:ext uri="{FF2B5EF4-FFF2-40B4-BE49-F238E27FC236}">
                <a16:creationId xmlns:a16="http://schemas.microsoft.com/office/drawing/2014/main" id="{5DE84972-B6B7-15EA-117A-1562D165278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208061" y="720090"/>
            <a:ext cx="877824" cy="877824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D6D37FB1-DED0-3A65-5211-AD736E6D9E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E6EB53D-1850-8EAD-256A-0462716B19BA}"/>
              </a:ext>
            </a:extLst>
          </p:cNvPr>
          <p:cNvSpPr txBox="1"/>
          <p:nvPr/>
        </p:nvSpPr>
        <p:spPr>
          <a:xfrm>
            <a:off x="340519" y="123943"/>
            <a:ext cx="685800" cy="6858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Best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Teaching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Winner</a:t>
            </a:r>
          </a:p>
        </p:txBody>
      </p:sp>
    </p:spTree>
    <p:extLst>
      <p:ext uri="{BB962C8B-B14F-4D97-AF65-F5344CB8AC3E}">
        <p14:creationId xmlns:p14="http://schemas.microsoft.com/office/powerpoint/2010/main" val="20583867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E4BE8B-4A36-1EBF-6BB2-551CA9DF4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Cursor with solid fill">
            <a:extLst>
              <a:ext uri="{FF2B5EF4-FFF2-40B4-BE49-F238E27FC236}">
                <a16:creationId xmlns:a16="http://schemas.microsoft.com/office/drawing/2014/main" id="{A091902C-FAF0-88DA-BADF-D4724F27A41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208061" y="720090"/>
            <a:ext cx="877824" cy="877824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D3922A1E-66AA-561F-8D68-E2F2EF9AB72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47D40B4-F6B4-7BAD-3D0E-6059ABEA5EEB}"/>
              </a:ext>
            </a:extLst>
          </p:cNvPr>
          <p:cNvSpPr txBox="1"/>
          <p:nvPr/>
        </p:nvSpPr>
        <p:spPr>
          <a:xfrm>
            <a:off x="340519" y="123943"/>
            <a:ext cx="685800" cy="6858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Best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Paper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Finalist</a:t>
            </a:r>
          </a:p>
        </p:txBody>
      </p:sp>
    </p:spTree>
    <p:extLst>
      <p:ext uri="{BB962C8B-B14F-4D97-AF65-F5344CB8AC3E}">
        <p14:creationId xmlns:p14="http://schemas.microsoft.com/office/powerpoint/2010/main" val="18794704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70CF32-E6B4-0D83-7C2C-AA9438733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Cursor with solid fill">
            <a:extLst>
              <a:ext uri="{FF2B5EF4-FFF2-40B4-BE49-F238E27FC236}">
                <a16:creationId xmlns:a16="http://schemas.microsoft.com/office/drawing/2014/main" id="{43953B5A-8D0A-BCF9-6E9C-D5B6421016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208061" y="720090"/>
            <a:ext cx="877824" cy="877824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B0B16445-6476-1F02-E0C9-F7B4CFB6D2B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12ED575-7A92-ACCE-7E7A-AF2409C4DEC0}"/>
              </a:ext>
            </a:extLst>
          </p:cNvPr>
          <p:cNvSpPr txBox="1"/>
          <p:nvPr/>
        </p:nvSpPr>
        <p:spPr>
          <a:xfrm>
            <a:off x="340519" y="123943"/>
            <a:ext cx="685800" cy="6858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Best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Talk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Finalist</a:t>
            </a:r>
          </a:p>
        </p:txBody>
      </p:sp>
    </p:spTree>
    <p:extLst>
      <p:ext uri="{BB962C8B-B14F-4D97-AF65-F5344CB8AC3E}">
        <p14:creationId xmlns:p14="http://schemas.microsoft.com/office/powerpoint/2010/main" val="30065103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93C053-0654-4FF0-72B4-144C3EB8DA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Cursor with solid fill">
            <a:extLst>
              <a:ext uri="{FF2B5EF4-FFF2-40B4-BE49-F238E27FC236}">
                <a16:creationId xmlns:a16="http://schemas.microsoft.com/office/drawing/2014/main" id="{C2CCE0FC-4683-BDE1-771C-1A6935628E2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208061" y="720090"/>
            <a:ext cx="877824" cy="877824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E5EA6AB4-FEC5-D161-0866-7597D2599F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16CF9E1-4F4B-48B9-0D07-15867F2CCED7}"/>
              </a:ext>
            </a:extLst>
          </p:cNvPr>
          <p:cNvSpPr txBox="1"/>
          <p:nvPr/>
        </p:nvSpPr>
        <p:spPr>
          <a:xfrm>
            <a:off x="340519" y="123943"/>
            <a:ext cx="685800" cy="6858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Best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Poster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Finalist</a:t>
            </a:r>
          </a:p>
        </p:txBody>
      </p:sp>
    </p:spTree>
    <p:extLst>
      <p:ext uri="{BB962C8B-B14F-4D97-AF65-F5344CB8AC3E}">
        <p14:creationId xmlns:p14="http://schemas.microsoft.com/office/powerpoint/2010/main" val="36763073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51BE10-B8E4-2069-2419-0878A0D900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Cursor with solid fill">
            <a:extLst>
              <a:ext uri="{FF2B5EF4-FFF2-40B4-BE49-F238E27FC236}">
                <a16:creationId xmlns:a16="http://schemas.microsoft.com/office/drawing/2014/main" id="{3D09481C-FC5C-EAEC-D97A-82873E87437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208061" y="720090"/>
            <a:ext cx="877824" cy="877824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AA36FB95-27CC-45B4-A50A-4361EEE56C6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C2EBDF9-443A-87BD-2027-F5FB6EEC72FE}"/>
              </a:ext>
            </a:extLst>
          </p:cNvPr>
          <p:cNvSpPr txBox="1"/>
          <p:nvPr/>
        </p:nvSpPr>
        <p:spPr>
          <a:xfrm>
            <a:off x="340519" y="123943"/>
            <a:ext cx="685800" cy="6858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Best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Teaching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Finalist</a:t>
            </a:r>
          </a:p>
        </p:txBody>
      </p:sp>
    </p:spTree>
    <p:extLst>
      <p:ext uri="{BB962C8B-B14F-4D97-AF65-F5344CB8AC3E}">
        <p14:creationId xmlns:p14="http://schemas.microsoft.com/office/powerpoint/2010/main" val="25609377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6A6A4C-3348-7D99-FA79-CCC7901FDC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Cursor with solid fill">
            <a:extLst>
              <a:ext uri="{FF2B5EF4-FFF2-40B4-BE49-F238E27FC236}">
                <a16:creationId xmlns:a16="http://schemas.microsoft.com/office/drawing/2014/main" id="{02C84DE5-81F5-A02A-4C94-A5844910D81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208061" y="720090"/>
            <a:ext cx="877824" cy="877824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398B8D96-60BA-AC7E-EF46-531F883F2BF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02ABD83-7469-1185-A701-CD546D657196}"/>
              </a:ext>
            </a:extLst>
          </p:cNvPr>
          <p:cNvSpPr txBox="1"/>
          <p:nvPr/>
        </p:nvSpPr>
        <p:spPr>
          <a:xfrm>
            <a:off x="340519" y="123943"/>
            <a:ext cx="685800" cy="6858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Best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Paper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Finalist</a:t>
            </a:r>
          </a:p>
        </p:txBody>
      </p:sp>
      <p:sp>
        <p:nvSpPr>
          <p:cNvPr id="6" name="Rectangle: Diagonal Corners Rounded 5">
            <a:extLst>
              <a:ext uri="{FF2B5EF4-FFF2-40B4-BE49-F238E27FC236}">
                <a16:creationId xmlns:a16="http://schemas.microsoft.com/office/drawing/2014/main" id="{49FA4DA5-66C6-FE5D-F6E1-5E238F3E3DC8}"/>
              </a:ext>
            </a:extLst>
          </p:cNvPr>
          <p:cNvSpPr/>
          <p:nvPr/>
        </p:nvSpPr>
        <p:spPr>
          <a:xfrm>
            <a:off x="43339" y="701124"/>
            <a:ext cx="1280160" cy="411480"/>
          </a:xfrm>
          <a:prstGeom prst="round2DiagRect">
            <a:avLst/>
          </a:prstGeom>
          <a:solidFill>
            <a:srgbClr val="042433"/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50"/>
              </a:spcAft>
            </a:pPr>
            <a:r>
              <a:rPr lang="en-US" sz="600" dirty="0"/>
              <a:t>2026 Academy of Management (AOM) Conference</a:t>
            </a:r>
          </a:p>
          <a:p>
            <a:pPr algn="ctr"/>
            <a:r>
              <a:rPr lang="en-US" sz="600" dirty="0"/>
              <a:t>Managerial and Organizational Cognition (MOC) Division </a:t>
            </a:r>
          </a:p>
        </p:txBody>
      </p:sp>
    </p:spTree>
    <p:extLst>
      <p:ext uri="{BB962C8B-B14F-4D97-AF65-F5344CB8AC3E}">
        <p14:creationId xmlns:p14="http://schemas.microsoft.com/office/powerpoint/2010/main" val="31365582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51B4E8-61A7-DF6F-CF41-088D3845CD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Cursor with solid fill">
            <a:extLst>
              <a:ext uri="{FF2B5EF4-FFF2-40B4-BE49-F238E27FC236}">
                <a16:creationId xmlns:a16="http://schemas.microsoft.com/office/drawing/2014/main" id="{6FA157A7-09EB-A0E4-818E-16E3A40594D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208061" y="720090"/>
            <a:ext cx="877824" cy="877824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6F0988A4-ACD6-D24C-9BA3-CBDE72953A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226B299-624E-5040-97CE-0086C53620D2}"/>
              </a:ext>
            </a:extLst>
          </p:cNvPr>
          <p:cNvSpPr txBox="1"/>
          <p:nvPr/>
        </p:nvSpPr>
        <p:spPr>
          <a:xfrm>
            <a:off x="340519" y="123943"/>
            <a:ext cx="685800" cy="6858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Best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Teaching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Winner</a:t>
            </a:r>
          </a:p>
        </p:txBody>
      </p:sp>
      <p:sp>
        <p:nvSpPr>
          <p:cNvPr id="6" name="Rectangle: Diagonal Corners Rounded 5">
            <a:extLst>
              <a:ext uri="{FF2B5EF4-FFF2-40B4-BE49-F238E27FC236}">
                <a16:creationId xmlns:a16="http://schemas.microsoft.com/office/drawing/2014/main" id="{60539291-1F87-2E63-2D67-D383A3F69761}"/>
              </a:ext>
            </a:extLst>
          </p:cNvPr>
          <p:cNvSpPr/>
          <p:nvPr/>
        </p:nvSpPr>
        <p:spPr>
          <a:xfrm>
            <a:off x="43339" y="701124"/>
            <a:ext cx="1280160" cy="411480"/>
          </a:xfrm>
          <a:prstGeom prst="round2DiagRect">
            <a:avLst/>
          </a:prstGeom>
          <a:solidFill>
            <a:srgbClr val="042433"/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50"/>
              </a:spcAft>
            </a:pPr>
            <a:r>
              <a:rPr lang="en-US" sz="600" dirty="0"/>
              <a:t>2026 Innovative &amp; Sustainable Concept in Higher Education</a:t>
            </a:r>
          </a:p>
          <a:p>
            <a:pPr algn="ctr"/>
            <a:r>
              <a:rPr lang="en-US" sz="600" dirty="0"/>
              <a:t>University of Tübingen</a:t>
            </a:r>
          </a:p>
        </p:txBody>
      </p:sp>
    </p:spTree>
    <p:extLst>
      <p:ext uri="{BB962C8B-B14F-4D97-AF65-F5344CB8AC3E}">
        <p14:creationId xmlns:p14="http://schemas.microsoft.com/office/powerpoint/2010/main" val="28888827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1128</TotalTime>
  <Words>77</Words>
  <Application>Microsoft Office PowerPoint</Application>
  <PresentationFormat>Custom</PresentationFormat>
  <Paragraphs>14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Tobias Rebholz</dc:creator>
  <cp:lastModifiedBy>Tobias Rebholz</cp:lastModifiedBy>
  <cp:revision>62</cp:revision>
  <dcterms:created xsi:type="dcterms:W3CDTF">2026-03-03T22:26:18Z</dcterms:created>
  <dcterms:modified xsi:type="dcterms:W3CDTF">2026-07-07T20:32:58Z</dcterms:modified>
</cp:coreProperties>
</file>