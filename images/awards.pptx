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61" r:id="rId2"/>
    <p:sldId id="260" r:id="rId3"/>
    <p:sldId id="262" r:id="rId4"/>
    <p:sldId id="264" r:id="rId5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8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</TotalTime>
  <Words>20</Words>
  <Application>Microsoft Office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42</cp:revision>
  <dcterms:created xsi:type="dcterms:W3CDTF">2026-03-03T22:26:18Z</dcterms:created>
  <dcterms:modified xsi:type="dcterms:W3CDTF">2026-04-16T18:18:19Z</dcterms:modified>
</cp:coreProperties>
</file>