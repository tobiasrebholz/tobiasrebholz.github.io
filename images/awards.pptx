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2"/>
  </p:notesMasterIdLst>
  <p:sldIdLst>
    <p:sldId id="266" r:id="rId2"/>
    <p:sldId id="261" r:id="rId3"/>
    <p:sldId id="260" r:id="rId4"/>
    <p:sldId id="270" r:id="rId5"/>
    <p:sldId id="265" r:id="rId6"/>
    <p:sldId id="262" r:id="rId7"/>
    <p:sldId id="264" r:id="rId8"/>
    <p:sldId id="269" r:id="rId9"/>
    <p:sldId id="267" r:id="rId10"/>
    <p:sldId id="268" r:id="rId11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70"/>
            <p14:sldId id="265"/>
            <p14:sldId id="262"/>
            <p14:sldId id="264"/>
            <p14:sldId id="269"/>
          </p14:sldIdLst>
        </p14:section>
        <p14:section name="Specific Awards" id="{B204BF1A-F5DA-4780-BD4D-6DBA4BFC239A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798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9A205-657F-25D7-DC3A-AB492A99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5DE84972-B6B7-15EA-117A-1562D1652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6D37FB1-DED0-3A65-5211-AD736E6D9E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6EB53D-1850-8EAD-256A-0462716B19BA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058386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1BE10-B8E4-2069-2419-0878A0D9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3D09481C-FC5C-EAEC-D97A-82873E874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A36FB95-27CC-45B4-A50A-4361EEE56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2EBDF9-443A-87BD-2027-F5FB6EEC72FE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560937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1B4E8-61A7-DF6F-CF41-088D3845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6FA157A7-09EB-A0E4-818E-16E3A4059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6F0988A4-ACD6-D24C-9BA3-CBDE72953A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26B299-624E-5040-97CE-0086C53620D2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60539291-1F87-2E63-2D67-D383A3F69761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Innovative &amp; Sustainable Concept in Higher Education</a:t>
            </a:r>
          </a:p>
          <a:p>
            <a:pPr algn="ctr"/>
            <a:r>
              <a:rPr lang="en-US" sz="600" dirty="0"/>
              <a:t>University of Tübingen</a:t>
            </a:r>
          </a:p>
        </p:txBody>
      </p:sp>
    </p:spTree>
    <p:extLst>
      <p:ext uri="{BB962C8B-B14F-4D97-AF65-F5344CB8AC3E}">
        <p14:creationId xmlns:p14="http://schemas.microsoft.com/office/powerpoint/2010/main" val="2888882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1128</TotalTime>
  <Words>76</Words>
  <Application>Microsoft Office PowerPoint</Application>
  <PresentationFormat>Custom</PresentationFormat>
  <Paragraphs>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63</cp:revision>
  <dcterms:created xsi:type="dcterms:W3CDTF">2026-03-03T22:26:18Z</dcterms:created>
  <dcterms:modified xsi:type="dcterms:W3CDTF">2026-07-07T20:49:29Z</dcterms:modified>
</cp:coreProperties>
</file>