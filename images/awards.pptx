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66" r:id="rId2"/>
    <p:sldId id="261" r:id="rId3"/>
    <p:sldId id="260" r:id="rId4"/>
    <p:sldId id="265" r:id="rId5"/>
    <p:sldId id="262" r:id="rId6"/>
    <p:sldId id="264" r:id="rId7"/>
    <p:sldId id="267" r:id="rId8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65"/>
            <p14:sldId id="262"/>
            <p14:sldId id="264"/>
          </p14:sldIdLst>
        </p14:section>
        <p14:section name="Specific Awards" id="{B204BF1A-F5DA-4780-BD4D-6DBA4BFC239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382" d="100"/>
          <a:sy n="382" d="100"/>
        </p:scale>
        <p:origin x="5035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226219" y="750806"/>
            <a:ext cx="91440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50"/>
              </a:spcAft>
            </a:pPr>
            <a:r>
              <a:rPr lang="en-US" sz="400" dirty="0"/>
              <a:t>2026 Academy of Management (AOM) Conference</a:t>
            </a:r>
          </a:p>
          <a:p>
            <a:pPr algn="ctr"/>
            <a:r>
              <a:rPr lang="en-US" sz="400" dirty="0"/>
              <a:t>Managerial 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</TotalTime>
  <Words>51</Words>
  <Application>Microsoft Office PowerPoint</Application>
  <PresentationFormat>Custom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47</cp:revision>
  <dcterms:created xsi:type="dcterms:W3CDTF">2026-03-03T22:26:18Z</dcterms:created>
  <dcterms:modified xsi:type="dcterms:W3CDTF">2026-05-12T20:48:24Z</dcterms:modified>
</cp:coreProperties>
</file>