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96" r:id="rId1"/>
  </p:sldMasterIdLst>
  <p:notesMasterIdLst>
    <p:notesMasterId r:id="rId9"/>
  </p:notesMasterIdLst>
  <p:sldIdLst>
    <p:sldId id="266" r:id="rId2"/>
    <p:sldId id="261" r:id="rId3"/>
    <p:sldId id="260" r:id="rId4"/>
    <p:sldId id="265" r:id="rId5"/>
    <p:sldId id="262" r:id="rId6"/>
    <p:sldId id="264" r:id="rId7"/>
    <p:sldId id="267" r:id="rId8"/>
  </p:sldIdLst>
  <p:sldSz cx="1371600" cy="13716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General Templates" id="{110A5458-4D1E-4A0A-9148-7D91FF739F50}">
          <p14:sldIdLst>
            <p14:sldId id="266"/>
            <p14:sldId id="261"/>
            <p14:sldId id="260"/>
            <p14:sldId id="265"/>
            <p14:sldId id="262"/>
            <p14:sldId id="264"/>
          </p14:sldIdLst>
        </p14:section>
        <p14:section name="Specific Awards" id="{B204BF1A-F5DA-4780-BD4D-6DBA4BFC239A}">
          <p14:sldIdLst>
            <p14:sldId id="267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042433"/>
    <a:srgbClr val="090909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5799" autoAdjust="0"/>
    <p:restoredTop sz="94660"/>
  </p:normalViewPr>
  <p:slideViewPr>
    <p:cSldViewPr snapToGrid="0">
      <p:cViewPr varScale="1">
        <p:scale>
          <a:sx n="400" d="100"/>
          <a:sy n="400" d="100"/>
        </p:scale>
        <p:origin x="5798" y="677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tableStyles" Target="tableStyle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theme" Target="theme/theme1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viewProps" Target="viewProps.xml"/><Relationship Id="rId5" Type="http://schemas.openxmlformats.org/officeDocument/2006/relationships/slide" Target="slides/slide4.xml"/><Relationship Id="rId10" Type="http://schemas.openxmlformats.org/officeDocument/2006/relationships/presProps" Target="presProps.xml"/><Relationship Id="rId4" Type="http://schemas.openxmlformats.org/officeDocument/2006/relationships/slide" Target="slides/slide3.xml"/><Relationship Id="rId9" Type="http://schemas.openxmlformats.org/officeDocument/2006/relationships/notesMaster" Target="notesMasters/notesMaster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B1913588-C2C1-4AB8-9F0D-04EC72C1EC15}" type="datetimeFigureOut">
              <a:rPr lang="en-US" smtClean="0"/>
              <a:t>5/12/2026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885950" y="1143000"/>
            <a:ext cx="30861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F2B37D13-0149-432C-8036-C4B5540D52E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62344222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195864" rtl="0" eaLnBrk="1" latinLnBrk="0" hangingPunct="1">
      <a:defRPr sz="257" kern="1200">
        <a:solidFill>
          <a:schemeClr val="tx1"/>
        </a:solidFill>
        <a:latin typeface="+mn-lt"/>
        <a:ea typeface="+mn-ea"/>
        <a:cs typeface="+mn-cs"/>
      </a:defRPr>
    </a:lvl1pPr>
    <a:lvl2pPr marL="97932" algn="l" defTabSz="195864" rtl="0" eaLnBrk="1" latinLnBrk="0" hangingPunct="1">
      <a:defRPr sz="257" kern="1200">
        <a:solidFill>
          <a:schemeClr val="tx1"/>
        </a:solidFill>
        <a:latin typeface="+mn-lt"/>
        <a:ea typeface="+mn-ea"/>
        <a:cs typeface="+mn-cs"/>
      </a:defRPr>
    </a:lvl2pPr>
    <a:lvl3pPr marL="195864" algn="l" defTabSz="195864" rtl="0" eaLnBrk="1" latinLnBrk="0" hangingPunct="1">
      <a:defRPr sz="257" kern="1200">
        <a:solidFill>
          <a:schemeClr val="tx1"/>
        </a:solidFill>
        <a:latin typeface="+mn-lt"/>
        <a:ea typeface="+mn-ea"/>
        <a:cs typeface="+mn-cs"/>
      </a:defRPr>
    </a:lvl3pPr>
    <a:lvl4pPr marL="293797" algn="l" defTabSz="195864" rtl="0" eaLnBrk="1" latinLnBrk="0" hangingPunct="1">
      <a:defRPr sz="257" kern="1200">
        <a:solidFill>
          <a:schemeClr val="tx1"/>
        </a:solidFill>
        <a:latin typeface="+mn-lt"/>
        <a:ea typeface="+mn-ea"/>
        <a:cs typeface="+mn-cs"/>
      </a:defRPr>
    </a:lvl4pPr>
    <a:lvl5pPr marL="391729" algn="l" defTabSz="195864" rtl="0" eaLnBrk="1" latinLnBrk="0" hangingPunct="1">
      <a:defRPr sz="257" kern="1200">
        <a:solidFill>
          <a:schemeClr val="tx1"/>
        </a:solidFill>
        <a:latin typeface="+mn-lt"/>
        <a:ea typeface="+mn-ea"/>
        <a:cs typeface="+mn-cs"/>
      </a:defRPr>
    </a:lvl5pPr>
    <a:lvl6pPr marL="489661" algn="l" defTabSz="195864" rtl="0" eaLnBrk="1" latinLnBrk="0" hangingPunct="1">
      <a:defRPr sz="257" kern="1200">
        <a:solidFill>
          <a:schemeClr val="tx1"/>
        </a:solidFill>
        <a:latin typeface="+mn-lt"/>
        <a:ea typeface="+mn-ea"/>
        <a:cs typeface="+mn-cs"/>
      </a:defRPr>
    </a:lvl6pPr>
    <a:lvl7pPr marL="587593" algn="l" defTabSz="195864" rtl="0" eaLnBrk="1" latinLnBrk="0" hangingPunct="1">
      <a:defRPr sz="257" kern="1200">
        <a:solidFill>
          <a:schemeClr val="tx1"/>
        </a:solidFill>
        <a:latin typeface="+mn-lt"/>
        <a:ea typeface="+mn-ea"/>
        <a:cs typeface="+mn-cs"/>
      </a:defRPr>
    </a:lvl7pPr>
    <a:lvl8pPr marL="685526" algn="l" defTabSz="195864" rtl="0" eaLnBrk="1" latinLnBrk="0" hangingPunct="1">
      <a:defRPr sz="257" kern="1200">
        <a:solidFill>
          <a:schemeClr val="tx1"/>
        </a:solidFill>
        <a:latin typeface="+mn-lt"/>
        <a:ea typeface="+mn-ea"/>
        <a:cs typeface="+mn-cs"/>
      </a:defRPr>
    </a:lvl8pPr>
    <a:lvl9pPr marL="783458" algn="l" defTabSz="195864" rtl="0" eaLnBrk="1" latinLnBrk="0" hangingPunct="1">
      <a:defRPr sz="257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02870" y="224473"/>
            <a:ext cx="1165860" cy="477520"/>
          </a:xfrm>
        </p:spPr>
        <p:txBody>
          <a:bodyPr anchor="b"/>
          <a:lstStyle>
            <a:lvl1pPr algn="ctr">
              <a:defRPr sz="9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71450" y="720408"/>
            <a:ext cx="1028700" cy="331152"/>
          </a:xfrm>
        </p:spPr>
        <p:txBody>
          <a:bodyPr/>
          <a:lstStyle>
            <a:lvl1pPr marL="0" indent="0" algn="ctr">
              <a:buNone/>
              <a:defRPr sz="360"/>
            </a:lvl1pPr>
            <a:lvl2pPr marL="68580" indent="0" algn="ctr">
              <a:buNone/>
              <a:defRPr sz="300"/>
            </a:lvl2pPr>
            <a:lvl3pPr marL="137160" indent="0" algn="ctr">
              <a:buNone/>
              <a:defRPr sz="270"/>
            </a:lvl3pPr>
            <a:lvl4pPr marL="205740" indent="0" algn="ctr">
              <a:buNone/>
              <a:defRPr sz="240"/>
            </a:lvl4pPr>
            <a:lvl5pPr marL="274320" indent="0" algn="ctr">
              <a:buNone/>
              <a:defRPr sz="240"/>
            </a:lvl5pPr>
            <a:lvl6pPr marL="342900" indent="0" algn="ctr">
              <a:buNone/>
              <a:defRPr sz="240"/>
            </a:lvl6pPr>
            <a:lvl7pPr marL="411480" indent="0" algn="ctr">
              <a:buNone/>
              <a:defRPr sz="240"/>
            </a:lvl7pPr>
            <a:lvl8pPr marL="480060" indent="0" algn="ctr">
              <a:buNone/>
              <a:defRPr sz="240"/>
            </a:lvl8pPr>
            <a:lvl9pPr marL="548640" indent="0" algn="ctr">
              <a:buNone/>
              <a:defRPr sz="240"/>
            </a:lvl9pPr>
          </a:lstStyle>
          <a:p>
            <a:r>
              <a:rPr lang="en-US"/>
              <a:t>Click to edit Master subtitle style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8700A39-06E1-486D-9C71-A159ABBEACA4}" type="datetimeFigureOut">
              <a:rPr lang="en-US" smtClean="0"/>
              <a:t>5/12/2026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CC85B51-FB85-4FB7-9FBE-57F80308408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055428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8700A39-06E1-486D-9C71-A159ABBEACA4}" type="datetimeFigureOut">
              <a:rPr lang="en-US" smtClean="0"/>
              <a:t>5/12/2026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CC85B51-FB85-4FB7-9FBE-57F80308408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2370926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3583" y="341948"/>
            <a:ext cx="1183005" cy="570547"/>
          </a:xfrm>
        </p:spPr>
        <p:txBody>
          <a:bodyPr anchor="b"/>
          <a:lstStyle>
            <a:lvl1pPr>
              <a:defRPr sz="9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93583" y="917893"/>
            <a:ext cx="1183005" cy="300037"/>
          </a:xfrm>
        </p:spPr>
        <p:txBody>
          <a:bodyPr/>
          <a:lstStyle>
            <a:lvl1pPr marL="0" indent="0">
              <a:buNone/>
              <a:defRPr sz="360">
                <a:solidFill>
                  <a:schemeClr val="tx1">
                    <a:tint val="82000"/>
                  </a:schemeClr>
                </a:solidFill>
              </a:defRPr>
            </a:lvl1pPr>
            <a:lvl2pPr marL="68580" indent="0">
              <a:buNone/>
              <a:defRPr sz="300">
                <a:solidFill>
                  <a:schemeClr val="tx1">
                    <a:tint val="82000"/>
                  </a:schemeClr>
                </a:solidFill>
              </a:defRPr>
            </a:lvl2pPr>
            <a:lvl3pPr marL="137160" indent="0">
              <a:buNone/>
              <a:defRPr sz="270">
                <a:solidFill>
                  <a:schemeClr val="tx1">
                    <a:tint val="82000"/>
                  </a:schemeClr>
                </a:solidFill>
              </a:defRPr>
            </a:lvl3pPr>
            <a:lvl4pPr marL="205740" indent="0">
              <a:buNone/>
              <a:defRPr sz="240">
                <a:solidFill>
                  <a:schemeClr val="tx1">
                    <a:tint val="82000"/>
                  </a:schemeClr>
                </a:solidFill>
              </a:defRPr>
            </a:lvl4pPr>
            <a:lvl5pPr marL="274320" indent="0">
              <a:buNone/>
              <a:defRPr sz="240">
                <a:solidFill>
                  <a:schemeClr val="tx1">
                    <a:tint val="82000"/>
                  </a:schemeClr>
                </a:solidFill>
              </a:defRPr>
            </a:lvl5pPr>
            <a:lvl6pPr marL="342900" indent="0">
              <a:buNone/>
              <a:defRPr sz="240">
                <a:solidFill>
                  <a:schemeClr val="tx1">
                    <a:tint val="82000"/>
                  </a:schemeClr>
                </a:solidFill>
              </a:defRPr>
            </a:lvl6pPr>
            <a:lvl7pPr marL="411480" indent="0">
              <a:buNone/>
              <a:defRPr sz="240">
                <a:solidFill>
                  <a:schemeClr val="tx1">
                    <a:tint val="82000"/>
                  </a:schemeClr>
                </a:solidFill>
              </a:defRPr>
            </a:lvl7pPr>
            <a:lvl8pPr marL="480060" indent="0">
              <a:buNone/>
              <a:defRPr sz="240">
                <a:solidFill>
                  <a:schemeClr val="tx1">
                    <a:tint val="82000"/>
                  </a:schemeClr>
                </a:solidFill>
              </a:defRPr>
            </a:lvl8pPr>
            <a:lvl9pPr marL="548640" indent="0">
              <a:buNone/>
              <a:defRPr sz="24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8700A39-06E1-486D-9C71-A159ABBEACA4}" type="datetimeFigureOut">
              <a:rPr lang="en-US" smtClean="0"/>
              <a:t>5/12/2026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CC85B51-FB85-4FB7-9FBE-57F80308408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76175872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94298" y="365125"/>
            <a:ext cx="582930" cy="87026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94373" y="365125"/>
            <a:ext cx="582930" cy="87026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8700A39-06E1-486D-9C71-A159ABBEACA4}" type="datetimeFigureOut">
              <a:rPr lang="en-US" smtClean="0"/>
              <a:t>5/12/2026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CC85B51-FB85-4FB7-9FBE-57F80308408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9691539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4476" y="73025"/>
            <a:ext cx="1183005" cy="265113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94476" y="336233"/>
            <a:ext cx="580251" cy="164782"/>
          </a:xfrm>
        </p:spPr>
        <p:txBody>
          <a:bodyPr anchor="b"/>
          <a:lstStyle>
            <a:lvl1pPr marL="0" indent="0">
              <a:buNone/>
              <a:defRPr sz="360" b="1"/>
            </a:lvl1pPr>
            <a:lvl2pPr marL="68580" indent="0">
              <a:buNone/>
              <a:defRPr sz="300" b="1"/>
            </a:lvl2pPr>
            <a:lvl3pPr marL="137160" indent="0">
              <a:buNone/>
              <a:defRPr sz="270" b="1"/>
            </a:lvl3pPr>
            <a:lvl4pPr marL="205740" indent="0">
              <a:buNone/>
              <a:defRPr sz="240" b="1"/>
            </a:lvl4pPr>
            <a:lvl5pPr marL="274320" indent="0">
              <a:buNone/>
              <a:defRPr sz="240" b="1"/>
            </a:lvl5pPr>
            <a:lvl6pPr marL="342900" indent="0">
              <a:buNone/>
              <a:defRPr sz="240" b="1"/>
            </a:lvl6pPr>
            <a:lvl7pPr marL="411480" indent="0">
              <a:buNone/>
              <a:defRPr sz="240" b="1"/>
            </a:lvl7pPr>
            <a:lvl8pPr marL="480060" indent="0">
              <a:buNone/>
              <a:defRPr sz="240" b="1"/>
            </a:lvl8pPr>
            <a:lvl9pPr marL="548640" indent="0">
              <a:buNone/>
              <a:defRPr sz="24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94476" y="501015"/>
            <a:ext cx="580251" cy="73691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94372" y="336233"/>
            <a:ext cx="583109" cy="164782"/>
          </a:xfrm>
        </p:spPr>
        <p:txBody>
          <a:bodyPr anchor="b"/>
          <a:lstStyle>
            <a:lvl1pPr marL="0" indent="0">
              <a:buNone/>
              <a:defRPr sz="360" b="1"/>
            </a:lvl1pPr>
            <a:lvl2pPr marL="68580" indent="0">
              <a:buNone/>
              <a:defRPr sz="300" b="1"/>
            </a:lvl2pPr>
            <a:lvl3pPr marL="137160" indent="0">
              <a:buNone/>
              <a:defRPr sz="270" b="1"/>
            </a:lvl3pPr>
            <a:lvl4pPr marL="205740" indent="0">
              <a:buNone/>
              <a:defRPr sz="240" b="1"/>
            </a:lvl4pPr>
            <a:lvl5pPr marL="274320" indent="0">
              <a:buNone/>
              <a:defRPr sz="240" b="1"/>
            </a:lvl5pPr>
            <a:lvl6pPr marL="342900" indent="0">
              <a:buNone/>
              <a:defRPr sz="240" b="1"/>
            </a:lvl6pPr>
            <a:lvl7pPr marL="411480" indent="0">
              <a:buNone/>
              <a:defRPr sz="240" b="1"/>
            </a:lvl7pPr>
            <a:lvl8pPr marL="480060" indent="0">
              <a:buNone/>
              <a:defRPr sz="240" b="1"/>
            </a:lvl8pPr>
            <a:lvl9pPr marL="548640" indent="0">
              <a:buNone/>
              <a:defRPr sz="24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94372" y="501015"/>
            <a:ext cx="583109" cy="73691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8700A39-06E1-486D-9C71-A159ABBEACA4}" type="datetimeFigureOut">
              <a:rPr lang="en-US" smtClean="0"/>
              <a:t>5/12/2026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CC85B51-FB85-4FB7-9FBE-57F80308408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2687311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8700A39-06E1-486D-9C71-A159ABBEACA4}" type="datetimeFigureOut">
              <a:rPr lang="en-US" smtClean="0"/>
              <a:t>5/12/2026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CC85B51-FB85-4FB7-9FBE-57F80308408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56453217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8700A39-06E1-486D-9C71-A159ABBEACA4}" type="datetimeFigureOut">
              <a:rPr lang="en-US" smtClean="0"/>
              <a:t>5/12/2026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CC85B51-FB85-4FB7-9FBE-57F80308408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25681036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4476" y="91440"/>
            <a:ext cx="442377" cy="320040"/>
          </a:xfrm>
        </p:spPr>
        <p:txBody>
          <a:bodyPr anchor="b"/>
          <a:lstStyle>
            <a:lvl1pPr>
              <a:defRPr sz="48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583108" y="197485"/>
            <a:ext cx="694373" cy="974725"/>
          </a:xfrm>
        </p:spPr>
        <p:txBody>
          <a:bodyPr/>
          <a:lstStyle>
            <a:lvl1pPr>
              <a:defRPr sz="480"/>
            </a:lvl1pPr>
            <a:lvl2pPr>
              <a:defRPr sz="420"/>
            </a:lvl2pPr>
            <a:lvl3pPr>
              <a:defRPr sz="360"/>
            </a:lvl3pPr>
            <a:lvl4pPr>
              <a:defRPr sz="300"/>
            </a:lvl4pPr>
            <a:lvl5pPr>
              <a:defRPr sz="300"/>
            </a:lvl5pPr>
            <a:lvl6pPr>
              <a:defRPr sz="300"/>
            </a:lvl6pPr>
            <a:lvl7pPr>
              <a:defRPr sz="300"/>
            </a:lvl7pPr>
            <a:lvl8pPr>
              <a:defRPr sz="300"/>
            </a:lvl8pPr>
            <a:lvl9pPr>
              <a:defRPr sz="3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94476" y="411480"/>
            <a:ext cx="442377" cy="762318"/>
          </a:xfrm>
        </p:spPr>
        <p:txBody>
          <a:bodyPr/>
          <a:lstStyle>
            <a:lvl1pPr marL="0" indent="0">
              <a:buNone/>
              <a:defRPr sz="240"/>
            </a:lvl1pPr>
            <a:lvl2pPr marL="68580" indent="0">
              <a:buNone/>
              <a:defRPr sz="210"/>
            </a:lvl2pPr>
            <a:lvl3pPr marL="137160" indent="0">
              <a:buNone/>
              <a:defRPr sz="180"/>
            </a:lvl3pPr>
            <a:lvl4pPr marL="205740" indent="0">
              <a:buNone/>
              <a:defRPr sz="150"/>
            </a:lvl4pPr>
            <a:lvl5pPr marL="274320" indent="0">
              <a:buNone/>
              <a:defRPr sz="150"/>
            </a:lvl5pPr>
            <a:lvl6pPr marL="342900" indent="0">
              <a:buNone/>
              <a:defRPr sz="150"/>
            </a:lvl6pPr>
            <a:lvl7pPr marL="411480" indent="0">
              <a:buNone/>
              <a:defRPr sz="150"/>
            </a:lvl7pPr>
            <a:lvl8pPr marL="480060" indent="0">
              <a:buNone/>
              <a:defRPr sz="150"/>
            </a:lvl8pPr>
            <a:lvl9pPr marL="548640" indent="0">
              <a:buNone/>
              <a:defRPr sz="15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8700A39-06E1-486D-9C71-A159ABBEACA4}" type="datetimeFigureOut">
              <a:rPr lang="en-US" smtClean="0"/>
              <a:t>5/12/2026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CC85B51-FB85-4FB7-9FBE-57F80308408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16392731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4476" y="91440"/>
            <a:ext cx="442377" cy="320040"/>
          </a:xfrm>
        </p:spPr>
        <p:txBody>
          <a:bodyPr anchor="b"/>
          <a:lstStyle>
            <a:lvl1pPr>
              <a:defRPr sz="48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583108" y="197485"/>
            <a:ext cx="694373" cy="974725"/>
          </a:xfrm>
        </p:spPr>
        <p:txBody>
          <a:bodyPr anchor="t"/>
          <a:lstStyle>
            <a:lvl1pPr marL="0" indent="0">
              <a:buNone/>
              <a:defRPr sz="480"/>
            </a:lvl1pPr>
            <a:lvl2pPr marL="68580" indent="0">
              <a:buNone/>
              <a:defRPr sz="420"/>
            </a:lvl2pPr>
            <a:lvl3pPr marL="137160" indent="0">
              <a:buNone/>
              <a:defRPr sz="360"/>
            </a:lvl3pPr>
            <a:lvl4pPr marL="205740" indent="0">
              <a:buNone/>
              <a:defRPr sz="300"/>
            </a:lvl4pPr>
            <a:lvl5pPr marL="274320" indent="0">
              <a:buNone/>
              <a:defRPr sz="300"/>
            </a:lvl5pPr>
            <a:lvl6pPr marL="342900" indent="0">
              <a:buNone/>
              <a:defRPr sz="300"/>
            </a:lvl6pPr>
            <a:lvl7pPr marL="411480" indent="0">
              <a:buNone/>
              <a:defRPr sz="300"/>
            </a:lvl7pPr>
            <a:lvl8pPr marL="480060" indent="0">
              <a:buNone/>
              <a:defRPr sz="300"/>
            </a:lvl8pPr>
            <a:lvl9pPr marL="548640" indent="0">
              <a:buNone/>
              <a:defRPr sz="3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94476" y="411480"/>
            <a:ext cx="442377" cy="762318"/>
          </a:xfrm>
        </p:spPr>
        <p:txBody>
          <a:bodyPr/>
          <a:lstStyle>
            <a:lvl1pPr marL="0" indent="0">
              <a:buNone/>
              <a:defRPr sz="240"/>
            </a:lvl1pPr>
            <a:lvl2pPr marL="68580" indent="0">
              <a:buNone/>
              <a:defRPr sz="210"/>
            </a:lvl2pPr>
            <a:lvl3pPr marL="137160" indent="0">
              <a:buNone/>
              <a:defRPr sz="180"/>
            </a:lvl3pPr>
            <a:lvl4pPr marL="205740" indent="0">
              <a:buNone/>
              <a:defRPr sz="150"/>
            </a:lvl4pPr>
            <a:lvl5pPr marL="274320" indent="0">
              <a:buNone/>
              <a:defRPr sz="150"/>
            </a:lvl5pPr>
            <a:lvl6pPr marL="342900" indent="0">
              <a:buNone/>
              <a:defRPr sz="150"/>
            </a:lvl6pPr>
            <a:lvl7pPr marL="411480" indent="0">
              <a:buNone/>
              <a:defRPr sz="150"/>
            </a:lvl7pPr>
            <a:lvl8pPr marL="480060" indent="0">
              <a:buNone/>
              <a:defRPr sz="150"/>
            </a:lvl8pPr>
            <a:lvl9pPr marL="548640" indent="0">
              <a:buNone/>
              <a:defRPr sz="15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8700A39-06E1-486D-9C71-A159ABBEACA4}" type="datetimeFigureOut">
              <a:rPr lang="en-US" smtClean="0"/>
              <a:t>5/12/2026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CC85B51-FB85-4FB7-9FBE-57F80308408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62566586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8700A39-06E1-486D-9C71-A159ABBEACA4}" type="datetimeFigureOut">
              <a:rPr lang="en-US" smtClean="0"/>
              <a:t>5/12/2026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CC85B51-FB85-4FB7-9FBE-57F80308408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7343412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981551" y="73025"/>
            <a:ext cx="295751" cy="1162368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94297" y="73025"/>
            <a:ext cx="870109" cy="116236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8700A39-06E1-486D-9C71-A159ABBEACA4}" type="datetimeFigureOut">
              <a:rPr lang="en-US" smtClean="0"/>
              <a:t>5/12/2026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CC85B51-FB85-4FB7-9FBE-57F80308408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50134917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94298" y="73025"/>
            <a:ext cx="1183005" cy="26511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94298" y="365125"/>
            <a:ext cx="1183005" cy="87026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94298" y="1271270"/>
            <a:ext cx="308610" cy="730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8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B8700A39-06E1-486D-9C71-A159ABBEACA4}" type="datetimeFigureOut">
              <a:rPr lang="en-US" smtClean="0"/>
              <a:t>5/12/2026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454343" y="1271270"/>
            <a:ext cx="462915" cy="730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8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968693" y="1271270"/>
            <a:ext cx="308610" cy="730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8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4CC85B51-FB85-4FB7-9FBE-57F80308408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868695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97" r:id="rId1"/>
    <p:sldLayoutId id="2147483698" r:id="rId2"/>
    <p:sldLayoutId id="2147483699" r:id="rId3"/>
    <p:sldLayoutId id="2147483700" r:id="rId4"/>
    <p:sldLayoutId id="2147483701" r:id="rId5"/>
    <p:sldLayoutId id="2147483702" r:id="rId6"/>
    <p:sldLayoutId id="2147483703" r:id="rId7"/>
    <p:sldLayoutId id="2147483704" r:id="rId8"/>
    <p:sldLayoutId id="2147483705" r:id="rId9"/>
    <p:sldLayoutId id="2147483706" r:id="rId10"/>
    <p:sldLayoutId id="2147483707" r:id="rId11"/>
  </p:sldLayoutIdLst>
  <p:txStyles>
    <p:titleStyle>
      <a:lvl1pPr algn="l" defTabSz="137160" rtl="0" eaLnBrk="1" latinLnBrk="0" hangingPunct="1">
        <a:lnSpc>
          <a:spcPct val="90000"/>
        </a:lnSpc>
        <a:spcBef>
          <a:spcPct val="0"/>
        </a:spcBef>
        <a:buNone/>
        <a:defRPr sz="66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" indent="-34290" algn="l" defTabSz="137160" rtl="0" eaLnBrk="1" latinLnBrk="0" hangingPunct="1">
        <a:lnSpc>
          <a:spcPct val="90000"/>
        </a:lnSpc>
        <a:spcBef>
          <a:spcPts val="150"/>
        </a:spcBef>
        <a:buFont typeface="Arial" panose="020B0604020202020204" pitchFamily="34" charset="0"/>
        <a:buChar char="•"/>
        <a:defRPr sz="420" kern="1200">
          <a:solidFill>
            <a:schemeClr val="tx1"/>
          </a:solidFill>
          <a:latin typeface="+mn-lt"/>
          <a:ea typeface="+mn-ea"/>
          <a:cs typeface="+mn-cs"/>
        </a:defRPr>
      </a:lvl1pPr>
      <a:lvl2pPr marL="102870" indent="-34290" algn="l" defTabSz="137160" rtl="0" eaLnBrk="1" latinLnBrk="0" hangingPunct="1">
        <a:lnSpc>
          <a:spcPct val="90000"/>
        </a:lnSpc>
        <a:spcBef>
          <a:spcPts val="75"/>
        </a:spcBef>
        <a:buFont typeface="Arial" panose="020B0604020202020204" pitchFamily="34" charset="0"/>
        <a:buChar char="•"/>
        <a:defRPr sz="360" kern="1200">
          <a:solidFill>
            <a:schemeClr val="tx1"/>
          </a:solidFill>
          <a:latin typeface="+mn-lt"/>
          <a:ea typeface="+mn-ea"/>
          <a:cs typeface="+mn-cs"/>
        </a:defRPr>
      </a:lvl2pPr>
      <a:lvl3pPr marL="171450" indent="-34290" algn="l" defTabSz="137160" rtl="0" eaLnBrk="1" latinLnBrk="0" hangingPunct="1">
        <a:lnSpc>
          <a:spcPct val="90000"/>
        </a:lnSpc>
        <a:spcBef>
          <a:spcPts val="75"/>
        </a:spcBef>
        <a:buFont typeface="Arial" panose="020B0604020202020204" pitchFamily="34" charset="0"/>
        <a:buChar char="•"/>
        <a:defRPr sz="300" kern="1200">
          <a:solidFill>
            <a:schemeClr val="tx1"/>
          </a:solidFill>
          <a:latin typeface="+mn-lt"/>
          <a:ea typeface="+mn-ea"/>
          <a:cs typeface="+mn-cs"/>
        </a:defRPr>
      </a:lvl3pPr>
      <a:lvl4pPr marL="240030" indent="-34290" algn="l" defTabSz="137160" rtl="0" eaLnBrk="1" latinLnBrk="0" hangingPunct="1">
        <a:lnSpc>
          <a:spcPct val="90000"/>
        </a:lnSpc>
        <a:spcBef>
          <a:spcPts val="75"/>
        </a:spcBef>
        <a:buFont typeface="Arial" panose="020B0604020202020204" pitchFamily="34" charset="0"/>
        <a:buChar char="•"/>
        <a:defRPr sz="270" kern="1200">
          <a:solidFill>
            <a:schemeClr val="tx1"/>
          </a:solidFill>
          <a:latin typeface="+mn-lt"/>
          <a:ea typeface="+mn-ea"/>
          <a:cs typeface="+mn-cs"/>
        </a:defRPr>
      </a:lvl4pPr>
      <a:lvl5pPr marL="308610" indent="-34290" algn="l" defTabSz="137160" rtl="0" eaLnBrk="1" latinLnBrk="0" hangingPunct="1">
        <a:lnSpc>
          <a:spcPct val="90000"/>
        </a:lnSpc>
        <a:spcBef>
          <a:spcPts val="75"/>
        </a:spcBef>
        <a:buFont typeface="Arial" panose="020B0604020202020204" pitchFamily="34" charset="0"/>
        <a:buChar char="•"/>
        <a:defRPr sz="270" kern="1200">
          <a:solidFill>
            <a:schemeClr val="tx1"/>
          </a:solidFill>
          <a:latin typeface="+mn-lt"/>
          <a:ea typeface="+mn-ea"/>
          <a:cs typeface="+mn-cs"/>
        </a:defRPr>
      </a:lvl5pPr>
      <a:lvl6pPr marL="377190" indent="-34290" algn="l" defTabSz="137160" rtl="0" eaLnBrk="1" latinLnBrk="0" hangingPunct="1">
        <a:lnSpc>
          <a:spcPct val="90000"/>
        </a:lnSpc>
        <a:spcBef>
          <a:spcPts val="75"/>
        </a:spcBef>
        <a:buFont typeface="Arial" panose="020B0604020202020204" pitchFamily="34" charset="0"/>
        <a:buChar char="•"/>
        <a:defRPr sz="270" kern="1200">
          <a:solidFill>
            <a:schemeClr val="tx1"/>
          </a:solidFill>
          <a:latin typeface="+mn-lt"/>
          <a:ea typeface="+mn-ea"/>
          <a:cs typeface="+mn-cs"/>
        </a:defRPr>
      </a:lvl6pPr>
      <a:lvl7pPr marL="445770" indent="-34290" algn="l" defTabSz="137160" rtl="0" eaLnBrk="1" latinLnBrk="0" hangingPunct="1">
        <a:lnSpc>
          <a:spcPct val="90000"/>
        </a:lnSpc>
        <a:spcBef>
          <a:spcPts val="75"/>
        </a:spcBef>
        <a:buFont typeface="Arial" panose="020B0604020202020204" pitchFamily="34" charset="0"/>
        <a:buChar char="•"/>
        <a:defRPr sz="270" kern="1200">
          <a:solidFill>
            <a:schemeClr val="tx1"/>
          </a:solidFill>
          <a:latin typeface="+mn-lt"/>
          <a:ea typeface="+mn-ea"/>
          <a:cs typeface="+mn-cs"/>
        </a:defRPr>
      </a:lvl7pPr>
      <a:lvl8pPr marL="514350" indent="-34290" algn="l" defTabSz="137160" rtl="0" eaLnBrk="1" latinLnBrk="0" hangingPunct="1">
        <a:lnSpc>
          <a:spcPct val="90000"/>
        </a:lnSpc>
        <a:spcBef>
          <a:spcPts val="75"/>
        </a:spcBef>
        <a:buFont typeface="Arial" panose="020B0604020202020204" pitchFamily="34" charset="0"/>
        <a:buChar char="•"/>
        <a:defRPr sz="270" kern="1200">
          <a:solidFill>
            <a:schemeClr val="tx1"/>
          </a:solidFill>
          <a:latin typeface="+mn-lt"/>
          <a:ea typeface="+mn-ea"/>
          <a:cs typeface="+mn-cs"/>
        </a:defRPr>
      </a:lvl8pPr>
      <a:lvl9pPr marL="582930" indent="-34290" algn="l" defTabSz="137160" rtl="0" eaLnBrk="1" latinLnBrk="0" hangingPunct="1">
        <a:lnSpc>
          <a:spcPct val="90000"/>
        </a:lnSpc>
        <a:spcBef>
          <a:spcPts val="75"/>
        </a:spcBef>
        <a:buFont typeface="Arial" panose="020B0604020202020204" pitchFamily="34" charset="0"/>
        <a:buChar char="•"/>
        <a:defRPr sz="27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137160" rtl="0" eaLnBrk="1" latinLnBrk="0" hangingPunct="1">
        <a:defRPr sz="27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" algn="l" defTabSz="137160" rtl="0" eaLnBrk="1" latinLnBrk="0" hangingPunct="1">
        <a:defRPr sz="270" kern="1200">
          <a:solidFill>
            <a:schemeClr val="tx1"/>
          </a:solidFill>
          <a:latin typeface="+mn-lt"/>
          <a:ea typeface="+mn-ea"/>
          <a:cs typeface="+mn-cs"/>
        </a:defRPr>
      </a:lvl2pPr>
      <a:lvl3pPr marL="137160" algn="l" defTabSz="137160" rtl="0" eaLnBrk="1" latinLnBrk="0" hangingPunct="1">
        <a:defRPr sz="270" kern="1200">
          <a:solidFill>
            <a:schemeClr val="tx1"/>
          </a:solidFill>
          <a:latin typeface="+mn-lt"/>
          <a:ea typeface="+mn-ea"/>
          <a:cs typeface="+mn-cs"/>
        </a:defRPr>
      </a:lvl3pPr>
      <a:lvl4pPr marL="205740" algn="l" defTabSz="137160" rtl="0" eaLnBrk="1" latinLnBrk="0" hangingPunct="1">
        <a:defRPr sz="270" kern="1200">
          <a:solidFill>
            <a:schemeClr val="tx1"/>
          </a:solidFill>
          <a:latin typeface="+mn-lt"/>
          <a:ea typeface="+mn-ea"/>
          <a:cs typeface="+mn-cs"/>
        </a:defRPr>
      </a:lvl4pPr>
      <a:lvl5pPr marL="274320" algn="l" defTabSz="137160" rtl="0" eaLnBrk="1" latinLnBrk="0" hangingPunct="1">
        <a:defRPr sz="270" kern="1200">
          <a:solidFill>
            <a:schemeClr val="tx1"/>
          </a:solidFill>
          <a:latin typeface="+mn-lt"/>
          <a:ea typeface="+mn-ea"/>
          <a:cs typeface="+mn-cs"/>
        </a:defRPr>
      </a:lvl5pPr>
      <a:lvl6pPr marL="342900" algn="l" defTabSz="137160" rtl="0" eaLnBrk="1" latinLnBrk="0" hangingPunct="1">
        <a:defRPr sz="270" kern="1200">
          <a:solidFill>
            <a:schemeClr val="tx1"/>
          </a:solidFill>
          <a:latin typeface="+mn-lt"/>
          <a:ea typeface="+mn-ea"/>
          <a:cs typeface="+mn-cs"/>
        </a:defRPr>
      </a:lvl6pPr>
      <a:lvl7pPr marL="411480" algn="l" defTabSz="137160" rtl="0" eaLnBrk="1" latinLnBrk="0" hangingPunct="1">
        <a:defRPr sz="270" kern="1200">
          <a:solidFill>
            <a:schemeClr val="tx1"/>
          </a:solidFill>
          <a:latin typeface="+mn-lt"/>
          <a:ea typeface="+mn-ea"/>
          <a:cs typeface="+mn-cs"/>
        </a:defRPr>
      </a:lvl7pPr>
      <a:lvl8pPr marL="480060" algn="l" defTabSz="137160" rtl="0" eaLnBrk="1" latinLnBrk="0" hangingPunct="1">
        <a:defRPr sz="270" kern="1200">
          <a:solidFill>
            <a:schemeClr val="tx1"/>
          </a:solidFill>
          <a:latin typeface="+mn-lt"/>
          <a:ea typeface="+mn-ea"/>
          <a:cs typeface="+mn-cs"/>
        </a:defRPr>
      </a:lvl8pPr>
      <a:lvl9pPr marL="548640" algn="l" defTabSz="137160" rtl="0" eaLnBrk="1" latinLnBrk="0" hangingPunct="1">
        <a:defRPr sz="27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svg"/><Relationship Id="rId2" Type="http://schemas.openxmlformats.org/officeDocument/2006/relationships/image" Target="../media/image1.svg"/><Relationship Id="rId1" Type="http://schemas.openxmlformats.org/officeDocument/2006/relationships/slideLayout" Target="../slideLayouts/slideLayout7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svg"/><Relationship Id="rId2" Type="http://schemas.openxmlformats.org/officeDocument/2006/relationships/image" Target="../media/image1.svg"/><Relationship Id="rId1" Type="http://schemas.openxmlformats.org/officeDocument/2006/relationships/slideLayout" Target="../slideLayouts/slideLayout7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svg"/><Relationship Id="rId2" Type="http://schemas.openxmlformats.org/officeDocument/2006/relationships/image" Target="../media/image1.svg"/><Relationship Id="rId1" Type="http://schemas.openxmlformats.org/officeDocument/2006/relationships/slideLayout" Target="../slideLayouts/slideLayout7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svg"/><Relationship Id="rId2" Type="http://schemas.openxmlformats.org/officeDocument/2006/relationships/image" Target="../media/image1.svg"/><Relationship Id="rId1" Type="http://schemas.openxmlformats.org/officeDocument/2006/relationships/slideLayout" Target="../slideLayouts/slideLayout7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svg"/><Relationship Id="rId2" Type="http://schemas.openxmlformats.org/officeDocument/2006/relationships/image" Target="../media/image1.svg"/><Relationship Id="rId1" Type="http://schemas.openxmlformats.org/officeDocument/2006/relationships/slideLayout" Target="../slideLayouts/slideLayout7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svg"/><Relationship Id="rId2" Type="http://schemas.openxmlformats.org/officeDocument/2006/relationships/image" Target="../media/image1.svg"/><Relationship Id="rId1" Type="http://schemas.openxmlformats.org/officeDocument/2006/relationships/slideLayout" Target="../slideLayouts/slideLayout7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svg"/><Relationship Id="rId2" Type="http://schemas.openxmlformats.org/officeDocument/2006/relationships/image" Target="../media/image1.svg"/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9A64974-D1C7-2EFA-93BD-13D5655F7B7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Graphic 1" descr="Cursor with solid fill">
            <a:extLst>
              <a:ext uri="{FF2B5EF4-FFF2-40B4-BE49-F238E27FC236}">
                <a16:creationId xmlns:a16="http://schemas.microsoft.com/office/drawing/2014/main" id="{434CACE7-7E8B-D2B6-E4B5-497ADEC476EE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-2208061" y="720090"/>
            <a:ext cx="877824" cy="877824"/>
          </a:xfrm>
          <a:prstGeom prst="rect">
            <a:avLst/>
          </a:prstGeom>
        </p:spPr>
      </p:pic>
      <p:pic>
        <p:nvPicPr>
          <p:cNvPr id="3" name="Graphic 2">
            <a:extLst>
              <a:ext uri="{FF2B5EF4-FFF2-40B4-BE49-F238E27FC236}">
                <a16:creationId xmlns:a16="http://schemas.microsoft.com/office/drawing/2014/main" id="{8696FB7E-C96C-DC1C-A455-826B0FAAB3FA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rcRect/>
          <a:stretch/>
        </p:blipFill>
        <p:spPr>
          <a:xfrm>
            <a:off x="0" y="0"/>
            <a:ext cx="1371600" cy="1371600"/>
          </a:xfrm>
          <a:prstGeom prst="rect">
            <a:avLst/>
          </a:prstGeom>
        </p:spPr>
      </p:pic>
      <p:sp>
        <p:nvSpPr>
          <p:cNvPr id="5" name="TextBox 4">
            <a:extLst>
              <a:ext uri="{FF2B5EF4-FFF2-40B4-BE49-F238E27FC236}">
                <a16:creationId xmlns:a16="http://schemas.microsoft.com/office/drawing/2014/main" id="{2AC721EB-7AA8-D94E-B582-7B945079F9D4}"/>
              </a:ext>
            </a:extLst>
          </p:cNvPr>
          <p:cNvSpPr txBox="1"/>
          <p:nvPr/>
        </p:nvSpPr>
        <p:spPr>
          <a:xfrm>
            <a:off x="340519" y="123943"/>
            <a:ext cx="685800" cy="685800"/>
          </a:xfrm>
          <a:prstGeom prst="rect">
            <a:avLst/>
          </a:prstGeom>
          <a:noFill/>
        </p:spPr>
        <p:txBody>
          <a:bodyPr wrap="square" rtlCol="0" anchor="ctr">
            <a:noAutofit/>
          </a:bodyPr>
          <a:lstStyle/>
          <a:p>
            <a:pPr algn="ctr"/>
            <a:r>
              <a:rPr lang="en-US" sz="800" b="1" dirty="0">
                <a:solidFill>
                  <a:srgbClr val="042433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Best</a:t>
            </a:r>
            <a:br>
              <a:rPr lang="en-US" sz="800" b="1" dirty="0">
                <a:solidFill>
                  <a:srgbClr val="042433"/>
                </a:solidFill>
                <a:latin typeface="Arial" panose="020B0604020202020204" pitchFamily="34" charset="0"/>
                <a:cs typeface="Arial" panose="020B0604020202020204" pitchFamily="34" charset="0"/>
              </a:rPr>
            </a:br>
            <a:r>
              <a:rPr lang="en-US" sz="800" b="1" dirty="0">
                <a:solidFill>
                  <a:srgbClr val="042433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Paper</a:t>
            </a:r>
            <a:br>
              <a:rPr lang="en-US" sz="800" b="1" dirty="0">
                <a:solidFill>
                  <a:srgbClr val="042433"/>
                </a:solidFill>
                <a:latin typeface="Arial" panose="020B0604020202020204" pitchFamily="34" charset="0"/>
                <a:cs typeface="Arial" panose="020B0604020202020204" pitchFamily="34" charset="0"/>
              </a:rPr>
            </a:br>
            <a:r>
              <a:rPr lang="en-US" sz="800" b="1" dirty="0">
                <a:solidFill>
                  <a:srgbClr val="042433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Winner</a:t>
            </a:r>
          </a:p>
        </p:txBody>
      </p:sp>
    </p:spTree>
    <p:extLst>
      <p:ext uri="{BB962C8B-B14F-4D97-AF65-F5344CB8AC3E}">
        <p14:creationId xmlns:p14="http://schemas.microsoft.com/office/powerpoint/2010/main" val="603116401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F9D55B6-38B3-4D87-3C13-A32E2F06968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Graphic 1" descr="Cursor with solid fill">
            <a:extLst>
              <a:ext uri="{FF2B5EF4-FFF2-40B4-BE49-F238E27FC236}">
                <a16:creationId xmlns:a16="http://schemas.microsoft.com/office/drawing/2014/main" id="{869A7DD7-85B5-66B6-95EA-FC199B50C451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-2208061" y="720090"/>
            <a:ext cx="877824" cy="877824"/>
          </a:xfrm>
          <a:prstGeom prst="rect">
            <a:avLst/>
          </a:prstGeom>
        </p:spPr>
      </p:pic>
      <p:pic>
        <p:nvPicPr>
          <p:cNvPr id="3" name="Graphic 2">
            <a:extLst>
              <a:ext uri="{FF2B5EF4-FFF2-40B4-BE49-F238E27FC236}">
                <a16:creationId xmlns:a16="http://schemas.microsoft.com/office/drawing/2014/main" id="{75C6424A-218C-1763-CF8F-4BCDAB0F2785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rcRect/>
          <a:stretch/>
        </p:blipFill>
        <p:spPr>
          <a:xfrm>
            <a:off x="0" y="0"/>
            <a:ext cx="1371600" cy="1371600"/>
          </a:xfrm>
          <a:prstGeom prst="rect">
            <a:avLst/>
          </a:prstGeom>
        </p:spPr>
      </p:pic>
      <p:sp>
        <p:nvSpPr>
          <p:cNvPr id="4" name="TextBox 3">
            <a:extLst>
              <a:ext uri="{FF2B5EF4-FFF2-40B4-BE49-F238E27FC236}">
                <a16:creationId xmlns:a16="http://schemas.microsoft.com/office/drawing/2014/main" id="{A1173C3E-A3B8-41BB-7DAB-4EF357FB15A7}"/>
              </a:ext>
            </a:extLst>
          </p:cNvPr>
          <p:cNvSpPr txBox="1"/>
          <p:nvPr/>
        </p:nvSpPr>
        <p:spPr>
          <a:xfrm>
            <a:off x="340519" y="123943"/>
            <a:ext cx="685800" cy="685800"/>
          </a:xfrm>
          <a:prstGeom prst="rect">
            <a:avLst/>
          </a:prstGeom>
          <a:noFill/>
        </p:spPr>
        <p:txBody>
          <a:bodyPr wrap="square" rtlCol="0" anchor="ctr">
            <a:noAutofit/>
          </a:bodyPr>
          <a:lstStyle/>
          <a:p>
            <a:pPr algn="ctr"/>
            <a:r>
              <a:rPr lang="en-US" sz="800" b="1" dirty="0">
                <a:solidFill>
                  <a:srgbClr val="042433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Best</a:t>
            </a:r>
            <a:br>
              <a:rPr lang="en-US" sz="800" b="1" dirty="0">
                <a:solidFill>
                  <a:srgbClr val="042433"/>
                </a:solidFill>
                <a:latin typeface="Arial" panose="020B0604020202020204" pitchFamily="34" charset="0"/>
                <a:cs typeface="Arial" panose="020B0604020202020204" pitchFamily="34" charset="0"/>
              </a:rPr>
            </a:br>
            <a:r>
              <a:rPr lang="en-US" sz="800" b="1" dirty="0">
                <a:solidFill>
                  <a:srgbClr val="042433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Talk</a:t>
            </a:r>
            <a:br>
              <a:rPr lang="en-US" sz="800" b="1" dirty="0">
                <a:solidFill>
                  <a:srgbClr val="042433"/>
                </a:solidFill>
                <a:latin typeface="Arial" panose="020B0604020202020204" pitchFamily="34" charset="0"/>
                <a:cs typeface="Arial" panose="020B0604020202020204" pitchFamily="34" charset="0"/>
              </a:rPr>
            </a:br>
            <a:r>
              <a:rPr lang="en-US" sz="800" b="1" dirty="0">
                <a:solidFill>
                  <a:srgbClr val="042433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Winner</a:t>
            </a:r>
          </a:p>
        </p:txBody>
      </p:sp>
    </p:spTree>
    <p:extLst>
      <p:ext uri="{BB962C8B-B14F-4D97-AF65-F5344CB8AC3E}">
        <p14:creationId xmlns:p14="http://schemas.microsoft.com/office/powerpoint/2010/main" val="2201363015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A089AFF-8ED7-2BF2-DBD5-540CA355805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Graphic 1" descr="Cursor with solid fill">
            <a:extLst>
              <a:ext uri="{FF2B5EF4-FFF2-40B4-BE49-F238E27FC236}">
                <a16:creationId xmlns:a16="http://schemas.microsoft.com/office/drawing/2014/main" id="{85E3D3E2-B8FE-0B9E-3324-64DED503B939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-2208061" y="720090"/>
            <a:ext cx="877824" cy="877824"/>
          </a:xfrm>
          <a:prstGeom prst="rect">
            <a:avLst/>
          </a:prstGeom>
        </p:spPr>
      </p:pic>
      <p:pic>
        <p:nvPicPr>
          <p:cNvPr id="3" name="Graphic 2">
            <a:extLst>
              <a:ext uri="{FF2B5EF4-FFF2-40B4-BE49-F238E27FC236}">
                <a16:creationId xmlns:a16="http://schemas.microsoft.com/office/drawing/2014/main" id="{0670138C-9269-2575-3405-A84A2F7B451E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rcRect/>
          <a:stretch/>
        </p:blipFill>
        <p:spPr>
          <a:xfrm>
            <a:off x="0" y="0"/>
            <a:ext cx="1371600" cy="1371600"/>
          </a:xfrm>
          <a:prstGeom prst="rect">
            <a:avLst/>
          </a:prstGeom>
        </p:spPr>
      </p:pic>
      <p:sp>
        <p:nvSpPr>
          <p:cNvPr id="5" name="TextBox 4">
            <a:extLst>
              <a:ext uri="{FF2B5EF4-FFF2-40B4-BE49-F238E27FC236}">
                <a16:creationId xmlns:a16="http://schemas.microsoft.com/office/drawing/2014/main" id="{8C61E811-C6B7-6A94-F081-B84AA00D6AD4}"/>
              </a:ext>
            </a:extLst>
          </p:cNvPr>
          <p:cNvSpPr txBox="1"/>
          <p:nvPr/>
        </p:nvSpPr>
        <p:spPr>
          <a:xfrm>
            <a:off x="340519" y="123943"/>
            <a:ext cx="685800" cy="685800"/>
          </a:xfrm>
          <a:prstGeom prst="rect">
            <a:avLst/>
          </a:prstGeom>
          <a:noFill/>
        </p:spPr>
        <p:txBody>
          <a:bodyPr wrap="square" rtlCol="0" anchor="ctr">
            <a:noAutofit/>
          </a:bodyPr>
          <a:lstStyle/>
          <a:p>
            <a:pPr algn="ctr"/>
            <a:r>
              <a:rPr lang="en-US" sz="800" b="1" dirty="0">
                <a:solidFill>
                  <a:srgbClr val="042433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Best</a:t>
            </a:r>
            <a:br>
              <a:rPr lang="en-US" sz="800" b="1" dirty="0">
                <a:solidFill>
                  <a:srgbClr val="042433"/>
                </a:solidFill>
                <a:latin typeface="Arial" panose="020B0604020202020204" pitchFamily="34" charset="0"/>
                <a:cs typeface="Arial" panose="020B0604020202020204" pitchFamily="34" charset="0"/>
              </a:rPr>
            </a:br>
            <a:r>
              <a:rPr lang="en-US" sz="800" b="1" dirty="0">
                <a:solidFill>
                  <a:srgbClr val="042433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Poster</a:t>
            </a:r>
            <a:br>
              <a:rPr lang="en-US" sz="800" b="1" dirty="0">
                <a:solidFill>
                  <a:srgbClr val="042433"/>
                </a:solidFill>
                <a:latin typeface="Arial" panose="020B0604020202020204" pitchFamily="34" charset="0"/>
                <a:cs typeface="Arial" panose="020B0604020202020204" pitchFamily="34" charset="0"/>
              </a:rPr>
            </a:br>
            <a:r>
              <a:rPr lang="en-US" sz="800" b="1" dirty="0">
                <a:solidFill>
                  <a:srgbClr val="042433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Winner</a:t>
            </a:r>
          </a:p>
        </p:txBody>
      </p:sp>
    </p:spTree>
    <p:extLst>
      <p:ext uri="{BB962C8B-B14F-4D97-AF65-F5344CB8AC3E}">
        <p14:creationId xmlns:p14="http://schemas.microsoft.com/office/powerpoint/2010/main" val="1604193028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2E4BE8B-4A36-1EBF-6BB2-551CA9DF495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Graphic 1" descr="Cursor with solid fill">
            <a:extLst>
              <a:ext uri="{FF2B5EF4-FFF2-40B4-BE49-F238E27FC236}">
                <a16:creationId xmlns:a16="http://schemas.microsoft.com/office/drawing/2014/main" id="{A091902C-FAF0-88DA-BADF-D4724F27A41B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-2208061" y="720090"/>
            <a:ext cx="877824" cy="877824"/>
          </a:xfrm>
          <a:prstGeom prst="rect">
            <a:avLst/>
          </a:prstGeom>
        </p:spPr>
      </p:pic>
      <p:pic>
        <p:nvPicPr>
          <p:cNvPr id="3" name="Graphic 2">
            <a:extLst>
              <a:ext uri="{FF2B5EF4-FFF2-40B4-BE49-F238E27FC236}">
                <a16:creationId xmlns:a16="http://schemas.microsoft.com/office/drawing/2014/main" id="{D3922A1E-66AA-561F-8D68-E2F2EF9AB725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rcRect/>
          <a:stretch/>
        </p:blipFill>
        <p:spPr>
          <a:xfrm>
            <a:off x="0" y="0"/>
            <a:ext cx="1371600" cy="1371600"/>
          </a:xfrm>
          <a:prstGeom prst="rect">
            <a:avLst/>
          </a:prstGeom>
        </p:spPr>
      </p:pic>
      <p:sp>
        <p:nvSpPr>
          <p:cNvPr id="5" name="TextBox 4">
            <a:extLst>
              <a:ext uri="{FF2B5EF4-FFF2-40B4-BE49-F238E27FC236}">
                <a16:creationId xmlns:a16="http://schemas.microsoft.com/office/drawing/2014/main" id="{C47D40B4-F6B4-7BAD-3D0E-6059ABEA5EEB}"/>
              </a:ext>
            </a:extLst>
          </p:cNvPr>
          <p:cNvSpPr txBox="1"/>
          <p:nvPr/>
        </p:nvSpPr>
        <p:spPr>
          <a:xfrm>
            <a:off x="340519" y="123943"/>
            <a:ext cx="685800" cy="685800"/>
          </a:xfrm>
          <a:prstGeom prst="rect">
            <a:avLst/>
          </a:prstGeom>
          <a:noFill/>
        </p:spPr>
        <p:txBody>
          <a:bodyPr wrap="square" rtlCol="0" anchor="ctr">
            <a:noAutofit/>
          </a:bodyPr>
          <a:lstStyle/>
          <a:p>
            <a:pPr algn="ctr"/>
            <a:r>
              <a:rPr lang="en-US" sz="800" b="1" dirty="0">
                <a:solidFill>
                  <a:srgbClr val="042433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Best</a:t>
            </a:r>
            <a:br>
              <a:rPr lang="en-US" sz="800" b="1" dirty="0">
                <a:solidFill>
                  <a:srgbClr val="042433"/>
                </a:solidFill>
                <a:latin typeface="Arial" panose="020B0604020202020204" pitchFamily="34" charset="0"/>
                <a:cs typeface="Arial" panose="020B0604020202020204" pitchFamily="34" charset="0"/>
              </a:rPr>
            </a:br>
            <a:r>
              <a:rPr lang="en-US" sz="800" b="1" dirty="0">
                <a:solidFill>
                  <a:srgbClr val="042433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Paper</a:t>
            </a:r>
            <a:br>
              <a:rPr lang="en-US" sz="800" b="1" dirty="0">
                <a:solidFill>
                  <a:srgbClr val="042433"/>
                </a:solidFill>
                <a:latin typeface="Arial" panose="020B0604020202020204" pitchFamily="34" charset="0"/>
                <a:cs typeface="Arial" panose="020B0604020202020204" pitchFamily="34" charset="0"/>
              </a:rPr>
            </a:br>
            <a:r>
              <a:rPr lang="en-US" sz="800" b="1" dirty="0">
                <a:solidFill>
                  <a:srgbClr val="042433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Finalist</a:t>
            </a:r>
          </a:p>
        </p:txBody>
      </p:sp>
    </p:spTree>
    <p:extLst>
      <p:ext uri="{BB962C8B-B14F-4D97-AF65-F5344CB8AC3E}">
        <p14:creationId xmlns:p14="http://schemas.microsoft.com/office/powerpoint/2010/main" val="1879470490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070CF32-E6B4-0D83-7C2C-AA943873318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Graphic 1" descr="Cursor with solid fill">
            <a:extLst>
              <a:ext uri="{FF2B5EF4-FFF2-40B4-BE49-F238E27FC236}">
                <a16:creationId xmlns:a16="http://schemas.microsoft.com/office/drawing/2014/main" id="{43953B5A-8D0A-BCF9-6E9C-D5B6421016F7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-2208061" y="720090"/>
            <a:ext cx="877824" cy="877824"/>
          </a:xfrm>
          <a:prstGeom prst="rect">
            <a:avLst/>
          </a:prstGeom>
        </p:spPr>
      </p:pic>
      <p:pic>
        <p:nvPicPr>
          <p:cNvPr id="3" name="Graphic 2">
            <a:extLst>
              <a:ext uri="{FF2B5EF4-FFF2-40B4-BE49-F238E27FC236}">
                <a16:creationId xmlns:a16="http://schemas.microsoft.com/office/drawing/2014/main" id="{B0B16445-6476-1F02-E0C9-F7B4CFB6D2B4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rcRect/>
          <a:stretch/>
        </p:blipFill>
        <p:spPr>
          <a:xfrm>
            <a:off x="0" y="0"/>
            <a:ext cx="1371600" cy="1371600"/>
          </a:xfrm>
          <a:prstGeom prst="rect">
            <a:avLst/>
          </a:prstGeom>
        </p:spPr>
      </p:pic>
      <p:sp>
        <p:nvSpPr>
          <p:cNvPr id="5" name="TextBox 4">
            <a:extLst>
              <a:ext uri="{FF2B5EF4-FFF2-40B4-BE49-F238E27FC236}">
                <a16:creationId xmlns:a16="http://schemas.microsoft.com/office/drawing/2014/main" id="{F12ED575-7A92-ACCE-7E7A-AF2409C4DEC0}"/>
              </a:ext>
            </a:extLst>
          </p:cNvPr>
          <p:cNvSpPr txBox="1"/>
          <p:nvPr/>
        </p:nvSpPr>
        <p:spPr>
          <a:xfrm>
            <a:off x="340519" y="123943"/>
            <a:ext cx="685800" cy="685800"/>
          </a:xfrm>
          <a:prstGeom prst="rect">
            <a:avLst/>
          </a:prstGeom>
          <a:noFill/>
        </p:spPr>
        <p:txBody>
          <a:bodyPr wrap="square" rtlCol="0" anchor="ctr">
            <a:noAutofit/>
          </a:bodyPr>
          <a:lstStyle/>
          <a:p>
            <a:pPr algn="ctr"/>
            <a:r>
              <a:rPr lang="en-US" sz="800" b="1" dirty="0">
                <a:solidFill>
                  <a:srgbClr val="042433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Best</a:t>
            </a:r>
            <a:br>
              <a:rPr lang="en-US" sz="800" b="1" dirty="0">
                <a:solidFill>
                  <a:srgbClr val="042433"/>
                </a:solidFill>
                <a:latin typeface="Arial" panose="020B0604020202020204" pitchFamily="34" charset="0"/>
                <a:cs typeface="Arial" panose="020B0604020202020204" pitchFamily="34" charset="0"/>
              </a:rPr>
            </a:br>
            <a:r>
              <a:rPr lang="en-US" sz="800" b="1" dirty="0">
                <a:solidFill>
                  <a:srgbClr val="042433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Talk</a:t>
            </a:r>
            <a:br>
              <a:rPr lang="en-US" sz="800" b="1" dirty="0">
                <a:solidFill>
                  <a:srgbClr val="042433"/>
                </a:solidFill>
                <a:latin typeface="Arial" panose="020B0604020202020204" pitchFamily="34" charset="0"/>
                <a:cs typeface="Arial" panose="020B0604020202020204" pitchFamily="34" charset="0"/>
              </a:rPr>
            </a:br>
            <a:r>
              <a:rPr lang="en-US" sz="800" b="1" dirty="0">
                <a:solidFill>
                  <a:srgbClr val="042433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Finalist</a:t>
            </a:r>
          </a:p>
        </p:txBody>
      </p:sp>
    </p:spTree>
    <p:extLst>
      <p:ext uri="{BB962C8B-B14F-4D97-AF65-F5344CB8AC3E}">
        <p14:creationId xmlns:p14="http://schemas.microsoft.com/office/powerpoint/2010/main" val="3006510367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493C053-0654-4FF0-72B4-144C3EB8DA8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Graphic 1" descr="Cursor with solid fill">
            <a:extLst>
              <a:ext uri="{FF2B5EF4-FFF2-40B4-BE49-F238E27FC236}">
                <a16:creationId xmlns:a16="http://schemas.microsoft.com/office/drawing/2014/main" id="{C2CCE0FC-4683-BDE1-771C-1A6935628E22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-2208061" y="720090"/>
            <a:ext cx="877824" cy="877824"/>
          </a:xfrm>
          <a:prstGeom prst="rect">
            <a:avLst/>
          </a:prstGeom>
        </p:spPr>
      </p:pic>
      <p:pic>
        <p:nvPicPr>
          <p:cNvPr id="3" name="Graphic 2">
            <a:extLst>
              <a:ext uri="{FF2B5EF4-FFF2-40B4-BE49-F238E27FC236}">
                <a16:creationId xmlns:a16="http://schemas.microsoft.com/office/drawing/2014/main" id="{E5EA6AB4-FEC5-D161-0866-7597D2599F7B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rcRect/>
          <a:stretch/>
        </p:blipFill>
        <p:spPr>
          <a:xfrm>
            <a:off x="0" y="0"/>
            <a:ext cx="1371600" cy="1371600"/>
          </a:xfrm>
          <a:prstGeom prst="rect">
            <a:avLst/>
          </a:prstGeom>
        </p:spPr>
      </p:pic>
      <p:sp>
        <p:nvSpPr>
          <p:cNvPr id="5" name="TextBox 4">
            <a:extLst>
              <a:ext uri="{FF2B5EF4-FFF2-40B4-BE49-F238E27FC236}">
                <a16:creationId xmlns:a16="http://schemas.microsoft.com/office/drawing/2014/main" id="{816CF9E1-4F4B-48B9-0D07-15867F2CCED7}"/>
              </a:ext>
            </a:extLst>
          </p:cNvPr>
          <p:cNvSpPr txBox="1"/>
          <p:nvPr/>
        </p:nvSpPr>
        <p:spPr>
          <a:xfrm>
            <a:off x="340519" y="123943"/>
            <a:ext cx="685800" cy="685800"/>
          </a:xfrm>
          <a:prstGeom prst="rect">
            <a:avLst/>
          </a:prstGeom>
          <a:noFill/>
        </p:spPr>
        <p:txBody>
          <a:bodyPr wrap="square" rtlCol="0" anchor="ctr">
            <a:noAutofit/>
          </a:bodyPr>
          <a:lstStyle/>
          <a:p>
            <a:pPr algn="ctr"/>
            <a:r>
              <a:rPr lang="en-US" sz="800" b="1" dirty="0">
                <a:solidFill>
                  <a:srgbClr val="042433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Best</a:t>
            </a:r>
            <a:br>
              <a:rPr lang="en-US" sz="800" b="1" dirty="0">
                <a:solidFill>
                  <a:srgbClr val="042433"/>
                </a:solidFill>
                <a:latin typeface="Arial" panose="020B0604020202020204" pitchFamily="34" charset="0"/>
                <a:cs typeface="Arial" panose="020B0604020202020204" pitchFamily="34" charset="0"/>
              </a:rPr>
            </a:br>
            <a:r>
              <a:rPr lang="en-US" sz="800" b="1" dirty="0">
                <a:solidFill>
                  <a:srgbClr val="042433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Poster</a:t>
            </a:r>
            <a:br>
              <a:rPr lang="en-US" sz="800" b="1" dirty="0">
                <a:solidFill>
                  <a:srgbClr val="042433"/>
                </a:solidFill>
                <a:latin typeface="Arial" panose="020B0604020202020204" pitchFamily="34" charset="0"/>
                <a:cs typeface="Arial" panose="020B0604020202020204" pitchFamily="34" charset="0"/>
              </a:rPr>
            </a:br>
            <a:r>
              <a:rPr lang="en-US" sz="800" b="1" dirty="0">
                <a:solidFill>
                  <a:srgbClr val="042433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Finalist</a:t>
            </a:r>
          </a:p>
        </p:txBody>
      </p:sp>
    </p:spTree>
    <p:extLst>
      <p:ext uri="{BB962C8B-B14F-4D97-AF65-F5344CB8AC3E}">
        <p14:creationId xmlns:p14="http://schemas.microsoft.com/office/powerpoint/2010/main" val="3676307321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46A6A4C-3348-7D99-FA79-CCC7901FDC4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Graphic 1" descr="Cursor with solid fill">
            <a:extLst>
              <a:ext uri="{FF2B5EF4-FFF2-40B4-BE49-F238E27FC236}">
                <a16:creationId xmlns:a16="http://schemas.microsoft.com/office/drawing/2014/main" id="{02C84DE5-81F5-A02A-4C94-A5844910D812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-2208061" y="720090"/>
            <a:ext cx="877824" cy="877824"/>
          </a:xfrm>
          <a:prstGeom prst="rect">
            <a:avLst/>
          </a:prstGeom>
        </p:spPr>
      </p:pic>
      <p:pic>
        <p:nvPicPr>
          <p:cNvPr id="3" name="Graphic 2">
            <a:extLst>
              <a:ext uri="{FF2B5EF4-FFF2-40B4-BE49-F238E27FC236}">
                <a16:creationId xmlns:a16="http://schemas.microsoft.com/office/drawing/2014/main" id="{398B8D96-60BA-AC7E-EF46-531F883F2BFF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rcRect/>
          <a:stretch/>
        </p:blipFill>
        <p:spPr>
          <a:xfrm>
            <a:off x="0" y="0"/>
            <a:ext cx="1371600" cy="1371600"/>
          </a:xfrm>
          <a:prstGeom prst="rect">
            <a:avLst/>
          </a:prstGeom>
        </p:spPr>
      </p:pic>
      <p:sp>
        <p:nvSpPr>
          <p:cNvPr id="5" name="TextBox 4">
            <a:extLst>
              <a:ext uri="{FF2B5EF4-FFF2-40B4-BE49-F238E27FC236}">
                <a16:creationId xmlns:a16="http://schemas.microsoft.com/office/drawing/2014/main" id="{902ABD83-7469-1185-A701-CD546D657196}"/>
              </a:ext>
            </a:extLst>
          </p:cNvPr>
          <p:cNvSpPr txBox="1"/>
          <p:nvPr/>
        </p:nvSpPr>
        <p:spPr>
          <a:xfrm>
            <a:off x="340519" y="123943"/>
            <a:ext cx="685800" cy="685800"/>
          </a:xfrm>
          <a:prstGeom prst="rect">
            <a:avLst/>
          </a:prstGeom>
          <a:noFill/>
        </p:spPr>
        <p:txBody>
          <a:bodyPr wrap="square" rtlCol="0" anchor="ctr">
            <a:noAutofit/>
          </a:bodyPr>
          <a:lstStyle/>
          <a:p>
            <a:pPr algn="ctr"/>
            <a:r>
              <a:rPr lang="en-US" sz="800" b="1" dirty="0">
                <a:solidFill>
                  <a:srgbClr val="042433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Best</a:t>
            </a:r>
            <a:br>
              <a:rPr lang="en-US" sz="800" b="1" dirty="0">
                <a:solidFill>
                  <a:srgbClr val="042433"/>
                </a:solidFill>
                <a:latin typeface="Arial" panose="020B0604020202020204" pitchFamily="34" charset="0"/>
                <a:cs typeface="Arial" panose="020B0604020202020204" pitchFamily="34" charset="0"/>
              </a:rPr>
            </a:br>
            <a:r>
              <a:rPr lang="en-US" sz="800" b="1" dirty="0">
                <a:solidFill>
                  <a:srgbClr val="042433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Paper</a:t>
            </a:r>
            <a:br>
              <a:rPr lang="en-US" sz="800" b="1" dirty="0">
                <a:solidFill>
                  <a:srgbClr val="042433"/>
                </a:solidFill>
                <a:latin typeface="Arial" panose="020B0604020202020204" pitchFamily="34" charset="0"/>
                <a:cs typeface="Arial" panose="020B0604020202020204" pitchFamily="34" charset="0"/>
              </a:rPr>
            </a:br>
            <a:r>
              <a:rPr lang="en-US" sz="800" b="1" dirty="0">
                <a:solidFill>
                  <a:srgbClr val="042433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Finalist</a:t>
            </a:r>
          </a:p>
        </p:txBody>
      </p:sp>
      <p:sp>
        <p:nvSpPr>
          <p:cNvPr id="6" name="Rectangle: Diagonal Corners Rounded 5">
            <a:extLst>
              <a:ext uri="{FF2B5EF4-FFF2-40B4-BE49-F238E27FC236}">
                <a16:creationId xmlns:a16="http://schemas.microsoft.com/office/drawing/2014/main" id="{49FA4DA5-66C6-FE5D-F6E1-5E238F3E3DC8}"/>
              </a:ext>
            </a:extLst>
          </p:cNvPr>
          <p:cNvSpPr/>
          <p:nvPr/>
        </p:nvSpPr>
        <p:spPr>
          <a:xfrm>
            <a:off x="43339" y="701124"/>
            <a:ext cx="1280160" cy="411480"/>
          </a:xfrm>
          <a:prstGeom prst="round2DiagRect">
            <a:avLst/>
          </a:prstGeom>
          <a:solidFill>
            <a:srgbClr val="042433"/>
          </a:solidFill>
          <a:ln w="12700">
            <a:solidFill>
              <a:schemeClr val="accent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spcAft>
                <a:spcPts val="50"/>
              </a:spcAft>
            </a:pPr>
            <a:r>
              <a:rPr lang="en-US" sz="600" dirty="0"/>
              <a:t>2026 Academy of Management (AOM) Conference</a:t>
            </a:r>
          </a:p>
          <a:p>
            <a:pPr algn="ctr"/>
            <a:r>
              <a:rPr lang="en-US" sz="600" dirty="0"/>
              <a:t>Managerial and Organizational Cognition (MOC) Division </a:t>
            </a:r>
          </a:p>
        </p:txBody>
      </p:sp>
    </p:spTree>
    <p:extLst>
      <p:ext uri="{BB962C8B-B14F-4D97-AF65-F5344CB8AC3E}">
        <p14:creationId xmlns:p14="http://schemas.microsoft.com/office/powerpoint/2010/main" val="3136558285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 Them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 Them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 Them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Office Theme</Template>
  <TotalTime>1121</TotalTime>
  <Words>51</Words>
  <Application>Microsoft Office PowerPoint</Application>
  <PresentationFormat>Custom</PresentationFormat>
  <Paragraphs>9</Paragraphs>
  <Slides>7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7</vt:i4>
      </vt:variant>
    </vt:vector>
  </HeadingPairs>
  <TitlesOfParts>
    <vt:vector size="11" baseType="lpstr">
      <vt:lpstr>Aptos</vt:lpstr>
      <vt:lpstr>Aptos Display</vt:lpstr>
      <vt:lpstr>Arial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Tobias Rebholz</dc:creator>
  <cp:lastModifiedBy>Tobias Rebholz</cp:lastModifiedBy>
  <cp:revision>56</cp:revision>
  <dcterms:created xsi:type="dcterms:W3CDTF">2026-03-03T22:26:18Z</dcterms:created>
  <dcterms:modified xsi:type="dcterms:W3CDTF">2026-05-13T15:44:58Z</dcterms:modified>
</cp:coreProperties>
</file>