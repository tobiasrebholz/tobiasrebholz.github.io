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9"/>
  </p:notesMasterIdLst>
  <p:sldIdLst>
    <p:sldId id="266" r:id="rId2"/>
    <p:sldId id="261" r:id="rId3"/>
    <p:sldId id="260" r:id="rId4"/>
    <p:sldId id="265" r:id="rId5"/>
    <p:sldId id="262" r:id="rId6"/>
    <p:sldId id="264" r:id="rId7"/>
    <p:sldId id="267" r:id="rId8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 Templates" id="{110A5458-4D1E-4A0A-9148-7D91FF739F50}">
          <p14:sldIdLst>
            <p14:sldId id="266"/>
            <p14:sldId id="261"/>
            <p14:sldId id="260"/>
            <p14:sldId id="265"/>
            <p14:sldId id="262"/>
            <p14:sldId id="264"/>
          </p14:sldIdLst>
        </p14:section>
        <p14:section name="Specific Awards" id="{B204BF1A-F5DA-4780-BD4D-6DBA4BFC239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2433"/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400" d="100"/>
          <a:sy n="400" d="100"/>
        </p:scale>
        <p:origin x="5798" y="6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64974-D1C7-2EFA-93BD-13D5655F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4CACE7-7E8B-D2B6-E4B5-497ADEC47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696FB7E-C96C-DC1C-A455-826B0FAAB3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C721EB-7AA8-D94E-B582-7B945079F9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603116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BE8B-4A36-1EBF-6BB2-551CA9DF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A091902C-FAF0-88DA-BADF-D4724F27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922A1E-66AA-561F-8D68-E2F2EF9AB7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7D40B4-F6B4-7BAD-3D0E-6059ABEA5EE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1879470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6A4C-3348-7D99-FA79-CCC7901F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02C84DE5-81F5-A02A-4C94-A5844910D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98B8D96-60BA-AC7E-EF46-531F883F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2ABD83-7469-1185-A701-CD546D657196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solidFill>
                  <a:srgbClr val="0424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FA4DA5-66C6-FE5D-F6E1-5E238F3E3DC8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ect">
            <a:avLst/>
          </a:prstGeom>
          <a:solidFill>
            <a:schemeClr val="accent1"/>
          </a:solidFill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50"/>
              </a:spcAft>
            </a:pPr>
            <a:r>
              <a:rPr lang="en-US" sz="600" dirty="0"/>
              <a:t>2026 Academy of Management (AOM) Conference</a:t>
            </a:r>
          </a:p>
          <a:p>
            <a:pPr algn="ctr"/>
            <a:r>
              <a:rPr lang="en-US" sz="600"/>
              <a:t>Managerial </a:t>
            </a:r>
            <a:r>
              <a:rPr lang="en-US" sz="600" dirty="0"/>
              <a:t>and Organizational Cognition (MOC) Division </a:t>
            </a:r>
          </a:p>
        </p:txBody>
      </p:sp>
    </p:spTree>
    <p:extLst>
      <p:ext uri="{BB962C8B-B14F-4D97-AF65-F5344CB8AC3E}">
        <p14:creationId xmlns:p14="http://schemas.microsoft.com/office/powerpoint/2010/main" val="3136558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1106</TotalTime>
  <Words>51</Words>
  <Application>Microsoft Office PowerPoint</Application>
  <PresentationFormat>Custom</PresentationFormat>
  <Paragraphs>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52</cp:revision>
  <dcterms:created xsi:type="dcterms:W3CDTF">2026-03-03T22:26:18Z</dcterms:created>
  <dcterms:modified xsi:type="dcterms:W3CDTF">2026-05-13T15:30:31Z</dcterms:modified>
</cp:coreProperties>
</file>