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6"/>
  </p:notesMasterIdLst>
  <p:sldIdLst>
    <p:sldId id="261" r:id="rId2"/>
    <p:sldId id="260" r:id="rId3"/>
    <p:sldId id="262" r:id="rId4"/>
    <p:sldId id="264" r:id="rId5"/>
  </p:sldIdLst>
  <p:sldSz cx="1371600" cy="137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>
        <p:scale>
          <a:sx n="400" d="100"/>
          <a:sy n="400" d="100"/>
        </p:scale>
        <p:origin x="585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1pPr>
    <a:lvl2pPr marL="97932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2pPr>
    <a:lvl3pPr marL="195864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3pPr>
    <a:lvl4pPr marL="293797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4pPr>
    <a:lvl5pPr marL="391729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5pPr>
    <a:lvl6pPr marL="489661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6pPr>
    <a:lvl7pPr marL="587593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7pPr>
    <a:lvl8pPr marL="685526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8pPr>
    <a:lvl9pPr marL="783458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" y="224473"/>
            <a:ext cx="1165860" cy="477520"/>
          </a:xfrm>
        </p:spPr>
        <p:txBody>
          <a:bodyPr anchor="b"/>
          <a:lstStyle>
            <a:lvl1pPr algn="ctr"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" y="720408"/>
            <a:ext cx="1028700" cy="331152"/>
          </a:xfrm>
        </p:spPr>
        <p:txBody>
          <a:bodyPr/>
          <a:lstStyle>
            <a:lvl1pPr marL="0" indent="0" algn="ctr">
              <a:buNone/>
              <a:defRPr sz="360"/>
            </a:lvl1pPr>
            <a:lvl2pPr marL="68580" indent="0" algn="ctr">
              <a:buNone/>
              <a:defRPr sz="300"/>
            </a:lvl2pPr>
            <a:lvl3pPr marL="137160" indent="0" algn="ctr">
              <a:buNone/>
              <a:defRPr sz="270"/>
            </a:lvl3pPr>
            <a:lvl4pPr marL="205740" indent="0" algn="ctr">
              <a:buNone/>
              <a:defRPr sz="240"/>
            </a:lvl4pPr>
            <a:lvl5pPr marL="274320" indent="0" algn="ctr">
              <a:buNone/>
              <a:defRPr sz="240"/>
            </a:lvl5pPr>
            <a:lvl6pPr marL="342900" indent="0" algn="ctr">
              <a:buNone/>
              <a:defRPr sz="240"/>
            </a:lvl6pPr>
            <a:lvl7pPr marL="411480" indent="0" algn="ctr">
              <a:buNone/>
              <a:defRPr sz="240"/>
            </a:lvl7pPr>
            <a:lvl8pPr marL="480060" indent="0" algn="ctr">
              <a:buNone/>
              <a:defRPr sz="240"/>
            </a:lvl8pPr>
            <a:lvl9pPr marL="548640" indent="0" algn="ctr">
              <a:buNone/>
              <a:defRPr sz="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4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9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" y="341948"/>
            <a:ext cx="1183005" cy="570547"/>
          </a:xfrm>
        </p:spPr>
        <p:txBody>
          <a:bodyPr anchor="b"/>
          <a:lstStyle>
            <a:lvl1pPr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" y="917893"/>
            <a:ext cx="1183005" cy="300037"/>
          </a:xfrm>
        </p:spPr>
        <p:txBody>
          <a:bodyPr/>
          <a:lstStyle>
            <a:lvl1pPr marL="0" indent="0">
              <a:buNone/>
              <a:defRPr sz="360">
                <a:solidFill>
                  <a:schemeClr val="tx1">
                    <a:tint val="82000"/>
                  </a:schemeClr>
                </a:solidFill>
              </a:defRPr>
            </a:lvl1pPr>
            <a:lvl2pPr marL="68580" indent="0">
              <a:buNone/>
              <a:defRPr sz="300">
                <a:solidFill>
                  <a:schemeClr val="tx1">
                    <a:tint val="82000"/>
                  </a:schemeClr>
                </a:solidFill>
              </a:defRPr>
            </a:lvl2pPr>
            <a:lvl3pPr marL="137160" indent="0">
              <a:buNone/>
              <a:defRPr sz="270">
                <a:solidFill>
                  <a:schemeClr val="tx1">
                    <a:tint val="82000"/>
                  </a:schemeClr>
                </a:solidFill>
              </a:defRPr>
            </a:lvl3pPr>
            <a:lvl4pPr marL="2057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4pPr>
            <a:lvl5pPr marL="27432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5pPr>
            <a:lvl6pPr marL="34290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6pPr>
            <a:lvl7pPr marL="41148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7pPr>
            <a:lvl8pPr marL="48006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8pPr>
            <a:lvl9pPr marL="5486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175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8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3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1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73025"/>
            <a:ext cx="1183005" cy="2651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" y="336233"/>
            <a:ext cx="580251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" y="501015"/>
            <a:ext cx="580251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" y="336233"/>
            <a:ext cx="583109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" y="501015"/>
            <a:ext cx="583109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87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5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" y="197485"/>
            <a:ext cx="694373" cy="974725"/>
          </a:xfrm>
        </p:spPr>
        <p:txBody>
          <a:bodyPr/>
          <a:lstStyle>
            <a:lvl1pPr>
              <a:defRPr sz="480"/>
            </a:lvl1pPr>
            <a:lvl2pPr>
              <a:defRPr sz="420"/>
            </a:lvl2pPr>
            <a:lvl3pPr>
              <a:defRPr sz="360"/>
            </a:lvl3pPr>
            <a:lvl4pPr>
              <a:defRPr sz="300"/>
            </a:lvl4pPr>
            <a:lvl5pPr>
              <a:defRPr sz="300"/>
            </a:lvl5pPr>
            <a:lvl6pPr>
              <a:defRPr sz="300"/>
            </a:lvl6pPr>
            <a:lvl7pPr>
              <a:defRPr sz="300"/>
            </a:lvl7pPr>
            <a:lvl8pPr>
              <a:defRPr sz="300"/>
            </a:lvl8pPr>
            <a:lvl9pPr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392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" y="197485"/>
            <a:ext cx="694373" cy="974725"/>
          </a:xfrm>
        </p:spPr>
        <p:txBody>
          <a:bodyPr anchor="t"/>
          <a:lstStyle>
            <a:lvl1pPr marL="0" indent="0">
              <a:buNone/>
              <a:defRPr sz="480"/>
            </a:lvl1pPr>
            <a:lvl2pPr marL="68580" indent="0">
              <a:buNone/>
              <a:defRPr sz="420"/>
            </a:lvl2pPr>
            <a:lvl3pPr marL="137160" indent="0">
              <a:buNone/>
              <a:defRPr sz="360"/>
            </a:lvl3pPr>
            <a:lvl4pPr marL="205740" indent="0">
              <a:buNone/>
              <a:defRPr sz="300"/>
            </a:lvl4pPr>
            <a:lvl5pPr marL="274320" indent="0">
              <a:buNone/>
              <a:defRPr sz="300"/>
            </a:lvl5pPr>
            <a:lvl6pPr marL="342900" indent="0">
              <a:buNone/>
              <a:defRPr sz="300"/>
            </a:lvl6pPr>
            <a:lvl7pPr marL="411480" indent="0">
              <a:buNone/>
              <a:defRPr sz="300"/>
            </a:lvl7pPr>
            <a:lvl8pPr marL="480060" indent="0">
              <a:buNone/>
              <a:defRPr sz="300"/>
            </a:lvl8pPr>
            <a:lvl9pPr marL="548640" indent="0">
              <a:buNone/>
              <a:defRPr sz="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66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" y="73025"/>
            <a:ext cx="295751" cy="11623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" y="73025"/>
            <a:ext cx="870109" cy="11623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3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8" y="73025"/>
            <a:ext cx="1183005" cy="265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8" y="365125"/>
            <a:ext cx="1183005" cy="87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8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4/16/2026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3" y="1271270"/>
            <a:ext cx="462915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3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" rtl="0" eaLnBrk="1" latinLnBrk="0" hangingPunct="1">
        <a:lnSpc>
          <a:spcPct val="90000"/>
        </a:lnSpc>
        <a:spcBef>
          <a:spcPct val="0"/>
        </a:spcBef>
        <a:buNone/>
        <a:defRPr sz="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" indent="-34290" algn="l" defTabSz="13716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6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D55B6-38B3-4D87-3C13-A32E2F069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69A7DD7-85B5-66B6-95EA-FC199B50C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5C6424A-218C-1763-CF8F-4BCDAB0F2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C4997C-11C6-D6BF-C4D5-B2633F238A4F}"/>
              </a:ext>
            </a:extLst>
          </p:cNvPr>
          <p:cNvSpPr txBox="1"/>
          <p:nvPr/>
        </p:nvSpPr>
        <p:spPr>
          <a:xfrm>
            <a:off x="342900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</a:t>
            </a:r>
            <a:b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Talk</a:t>
            </a:r>
          </a:p>
        </p:txBody>
      </p:sp>
    </p:spTree>
    <p:extLst>
      <p:ext uri="{BB962C8B-B14F-4D97-AF65-F5344CB8AC3E}">
        <p14:creationId xmlns:p14="http://schemas.microsoft.com/office/powerpoint/2010/main" val="2201363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5A5C4E3-91FA-8A37-3A27-046E381CDD86}"/>
              </a:ext>
            </a:extLst>
          </p:cNvPr>
          <p:cNvSpPr txBox="1"/>
          <p:nvPr/>
        </p:nvSpPr>
        <p:spPr>
          <a:xfrm>
            <a:off x="342900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</a:t>
            </a:r>
            <a:b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Poster</a:t>
            </a:r>
          </a:p>
        </p:txBody>
      </p:sp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32-E6B4-0D83-7C2C-AA943873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953B5A-8D0A-BCF9-6E9C-D5B642101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B16445-6476-1F02-E0C9-F7B4CFB6D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ED575-7A92-ACCE-7E7A-AF2409C4DEC0}"/>
              </a:ext>
            </a:extLst>
          </p:cNvPr>
          <p:cNvSpPr txBox="1"/>
          <p:nvPr/>
        </p:nvSpPr>
        <p:spPr>
          <a:xfrm>
            <a:off x="342900" y="112038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</a:t>
            </a:r>
            <a:b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Talk</a:t>
            </a:r>
            <a:b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(Finalist)</a:t>
            </a:r>
          </a:p>
        </p:txBody>
      </p:sp>
    </p:spTree>
    <p:extLst>
      <p:ext uri="{BB962C8B-B14F-4D97-AF65-F5344CB8AC3E}">
        <p14:creationId xmlns:p14="http://schemas.microsoft.com/office/powerpoint/2010/main" val="30065103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C053-0654-4FF0-72B4-144C3EB8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C2CCE0FC-4683-BDE1-771C-1A6935628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5EA6AB4-FEC5-D161-0866-7597D2599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CF9E1-4F4B-48B9-0D07-15867F2CCED7}"/>
              </a:ext>
            </a:extLst>
          </p:cNvPr>
          <p:cNvSpPr txBox="1"/>
          <p:nvPr/>
        </p:nvSpPr>
        <p:spPr>
          <a:xfrm>
            <a:off x="342900" y="112038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Best</a:t>
            </a:r>
            <a:b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Poster</a:t>
            </a:r>
            <a:b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(Finalist)</a:t>
            </a:r>
          </a:p>
        </p:txBody>
      </p:sp>
    </p:spTree>
    <p:extLst>
      <p:ext uri="{BB962C8B-B14F-4D97-AF65-F5344CB8AC3E}">
        <p14:creationId xmlns:p14="http://schemas.microsoft.com/office/powerpoint/2010/main" val="3676307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61</TotalTime>
  <Words>20</Words>
  <Application>Microsoft Office PowerPoint</Application>
  <PresentationFormat>Custom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36</cp:revision>
  <dcterms:created xsi:type="dcterms:W3CDTF">2026-03-03T22:26:18Z</dcterms:created>
  <dcterms:modified xsi:type="dcterms:W3CDTF">2026-04-16T18:02:50Z</dcterms:modified>
</cp:coreProperties>
</file>