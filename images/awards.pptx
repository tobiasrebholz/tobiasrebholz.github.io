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798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ect">
            <a:avLst/>
          </a:prstGeom>
          <a:solidFill>
            <a:srgbClr val="042433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1109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53</cp:revision>
  <dcterms:created xsi:type="dcterms:W3CDTF">2026-03-03T22:26:18Z</dcterms:created>
  <dcterms:modified xsi:type="dcterms:W3CDTF">2026-05-13T15:33:01Z</dcterms:modified>
</cp:coreProperties>
</file>