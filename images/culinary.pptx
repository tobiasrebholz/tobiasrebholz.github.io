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60" r:id="rId2"/>
  </p:sldIdLst>
  <p:sldSz cx="96012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96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" y="1143000"/>
            <a:ext cx="92583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0150" y="523770"/>
            <a:ext cx="72009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1680951"/>
            <a:ext cx="72009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1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2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797878"/>
            <a:ext cx="828103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2141750"/>
            <a:ext cx="828103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0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836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170392"/>
            <a:ext cx="828103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784543"/>
            <a:ext cx="4061757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1169035"/>
            <a:ext cx="4061757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7" y="784543"/>
            <a:ext cx="4081761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7" y="1169035"/>
            <a:ext cx="4081761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8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19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724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460799"/>
            <a:ext cx="4860608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46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460799"/>
            <a:ext cx="4860608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12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170392"/>
            <a:ext cx="2070259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170392"/>
            <a:ext cx="6090761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69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170392"/>
            <a:ext cx="828103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851959"/>
            <a:ext cx="828103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2966297"/>
            <a:ext cx="324040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7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Chef Hat with solid fill">
            <a:extLst>
              <a:ext uri="{FF2B5EF4-FFF2-40B4-BE49-F238E27FC236}">
                <a16:creationId xmlns:a16="http://schemas.microsoft.com/office/drawing/2014/main" id="{A55FA68A-B71A-B929-8E95-C01879434E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84485" y="683514"/>
            <a:ext cx="1828800" cy="18288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206BBD-CF48-7B64-62F1-2DEAB99FB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816637" y="683514"/>
            <a:ext cx="1828800" cy="1828800"/>
          </a:xfrm>
          <a:prstGeom prst="rect">
            <a:avLst/>
          </a:prstGeom>
        </p:spPr>
      </p:pic>
      <p:pic>
        <p:nvPicPr>
          <p:cNvPr id="7" name="Graphic 6" descr="Fork and knife with solid fill">
            <a:extLst>
              <a:ext uri="{FF2B5EF4-FFF2-40B4-BE49-F238E27FC236}">
                <a16:creationId xmlns:a16="http://schemas.microsoft.com/office/drawing/2014/main" id="{E96E29BB-C62C-296E-7157-065A440DB3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633" y="797814"/>
            <a:ext cx="16002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22</cp:revision>
  <dcterms:created xsi:type="dcterms:W3CDTF">2026-03-03T22:26:18Z</dcterms:created>
  <dcterms:modified xsi:type="dcterms:W3CDTF">2026-04-08T14:30:12Z</dcterms:modified>
</cp:coreProperties>
</file>