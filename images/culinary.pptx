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60" r:id="rId2"/>
  </p:sldIdLst>
  <p:sldSz cx="96012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96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" y="1143000"/>
            <a:ext cx="9258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523770"/>
            <a:ext cx="72009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1680951"/>
            <a:ext cx="72009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1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797878"/>
            <a:ext cx="828103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2141750"/>
            <a:ext cx="828103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36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170392"/>
            <a:ext cx="828103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784543"/>
            <a:ext cx="4061757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169035"/>
            <a:ext cx="4061757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784543"/>
            <a:ext cx="4081761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169035"/>
            <a:ext cx="4081761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8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19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2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460799"/>
            <a:ext cx="486060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4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460799"/>
            <a:ext cx="486060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1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170392"/>
            <a:ext cx="2070259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170392"/>
            <a:ext cx="6090761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6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170392"/>
            <a:ext cx="828103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851959"/>
            <a:ext cx="828103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2966297"/>
            <a:ext cx="324040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Covered plate with solid fill">
            <a:extLst>
              <a:ext uri="{FF2B5EF4-FFF2-40B4-BE49-F238E27FC236}">
                <a16:creationId xmlns:a16="http://schemas.microsoft.com/office/drawing/2014/main" id="{027E9235-A349-4136-043F-3AF4C1EAB1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98014" y="400050"/>
            <a:ext cx="2404872" cy="2404872"/>
          </a:xfrm>
          <a:prstGeom prst="rect">
            <a:avLst/>
          </a:prstGeom>
        </p:spPr>
      </p:pic>
      <p:pic>
        <p:nvPicPr>
          <p:cNvPr id="10" name="Graphic 9" descr="Whisk with solid fill">
            <a:extLst>
              <a:ext uri="{FF2B5EF4-FFF2-40B4-BE49-F238E27FC236}">
                <a16:creationId xmlns:a16="http://schemas.microsoft.com/office/drawing/2014/main" id="{97D0567A-41C7-A16F-B51C-B0C63859DB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757" y="395478"/>
            <a:ext cx="2404872" cy="2404872"/>
          </a:xfrm>
          <a:prstGeom prst="rect">
            <a:avLst/>
          </a:prstGeom>
        </p:spPr>
      </p:pic>
      <p:pic>
        <p:nvPicPr>
          <p:cNvPr id="23" name="Graphic 22" descr="Chef Hat with solid fill">
            <a:extLst>
              <a:ext uri="{FF2B5EF4-FFF2-40B4-BE49-F238E27FC236}">
                <a16:creationId xmlns:a16="http://schemas.microsoft.com/office/drawing/2014/main" id="{1B5AF52C-AF9D-E98C-E591-4CF262FF40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98314" y="397764"/>
            <a:ext cx="2404872" cy="2404872"/>
          </a:xfrm>
          <a:prstGeom prst="rect">
            <a:avLst/>
          </a:prstGeom>
        </p:spPr>
      </p:pic>
      <p:pic>
        <p:nvPicPr>
          <p:cNvPr id="25" name="Graphic 24" descr="Fork and knife with solid fill">
            <a:extLst>
              <a:ext uri="{FF2B5EF4-FFF2-40B4-BE49-F238E27FC236}">
                <a16:creationId xmlns:a16="http://schemas.microsoft.com/office/drawing/2014/main" id="{7BEA8E55-BC7A-F674-B154-66C5583C12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9144" y="395478"/>
            <a:ext cx="2404872" cy="240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18</cp:revision>
  <dcterms:created xsi:type="dcterms:W3CDTF">2026-03-03T22:26:18Z</dcterms:created>
  <dcterms:modified xsi:type="dcterms:W3CDTF">2026-04-08T00:32:49Z</dcterms:modified>
</cp:coreProperties>
</file>