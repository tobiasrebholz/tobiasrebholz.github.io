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9601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96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13588-C2C1-4AB8-9F0D-04EC72C1EC1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7D13-0149-432C-8036-C4B5540D5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523770"/>
            <a:ext cx="72009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680951"/>
            <a:ext cx="72009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1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797878"/>
            <a:ext cx="828103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2141750"/>
            <a:ext cx="828103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70392"/>
            <a:ext cx="828103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784543"/>
            <a:ext cx="4061757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169035"/>
            <a:ext cx="406175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784543"/>
            <a:ext cx="4081761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169035"/>
            <a:ext cx="4081761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2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460799"/>
            <a:ext cx="486060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460799"/>
            <a:ext cx="486060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1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170392"/>
            <a:ext cx="207025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170392"/>
            <a:ext cx="6090761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170392"/>
            <a:ext cx="828103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851959"/>
            <a:ext cx="828103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2966297"/>
            <a:ext cx="324040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AFF-8ED7-2BF2-DBD5-540CA35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overed plate with solid fill">
            <a:extLst>
              <a:ext uri="{FF2B5EF4-FFF2-40B4-BE49-F238E27FC236}">
                <a16:creationId xmlns:a16="http://schemas.microsoft.com/office/drawing/2014/main" id="{8165ADB1-ABB5-7F42-1126-AD8257D6B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6050" y="683514"/>
            <a:ext cx="1828800" cy="1828800"/>
          </a:xfrm>
          <a:prstGeom prst="rect">
            <a:avLst/>
          </a:prstGeom>
        </p:spPr>
      </p:pic>
      <p:pic>
        <p:nvPicPr>
          <p:cNvPr id="3" name="Graphic 2" descr="Chef Hat with solid fill">
            <a:extLst>
              <a:ext uri="{FF2B5EF4-FFF2-40B4-BE49-F238E27FC236}">
                <a16:creationId xmlns:a16="http://schemas.microsoft.com/office/drawing/2014/main" id="{A55FA68A-B71A-B929-8E95-C01879434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064" y="683514"/>
            <a:ext cx="1828800" cy="1828800"/>
          </a:xfrm>
          <a:prstGeom prst="rect">
            <a:avLst/>
          </a:prstGeom>
        </p:spPr>
      </p:pic>
      <p:pic>
        <p:nvPicPr>
          <p:cNvPr id="4" name="Graphic 3" descr="Whisk with solid fill">
            <a:extLst>
              <a:ext uri="{FF2B5EF4-FFF2-40B4-BE49-F238E27FC236}">
                <a16:creationId xmlns:a16="http://schemas.microsoft.com/office/drawing/2014/main" id="{59206BBD-CF48-7B64-62F1-2DEAB99FB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0079" y="683514"/>
            <a:ext cx="1828800" cy="1828800"/>
          </a:xfrm>
          <a:prstGeom prst="rect">
            <a:avLst/>
          </a:prstGeom>
        </p:spPr>
      </p:pic>
      <p:pic>
        <p:nvPicPr>
          <p:cNvPr id="5" name="Graphic 4" descr="Fork and knife with solid fill">
            <a:extLst>
              <a:ext uri="{FF2B5EF4-FFF2-40B4-BE49-F238E27FC236}">
                <a16:creationId xmlns:a16="http://schemas.microsoft.com/office/drawing/2014/main" id="{A7928A25-39B2-9F20-750B-D49AB4BEE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2" y="683514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Rebholz</dc:creator>
  <cp:lastModifiedBy>Tobias Rebholz</cp:lastModifiedBy>
  <cp:revision>21</cp:revision>
  <dcterms:created xsi:type="dcterms:W3CDTF">2026-03-03T22:26:18Z</dcterms:created>
  <dcterms:modified xsi:type="dcterms:W3CDTF">2026-04-08T00:47:23Z</dcterms:modified>
</cp:coreProperties>
</file>