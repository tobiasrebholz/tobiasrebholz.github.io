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61" r:id="rId3"/>
    <p:sldId id="260" r:id="rId4"/>
    <p:sldId id="258" r:id="rId5"/>
    <p:sldId id="259" r:id="rId6"/>
  </p:sldIdLst>
  <p:sldSz cx="9144000" cy="228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26" y="10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374121"/>
            <a:ext cx="6858000" cy="795867"/>
          </a:xfrm>
        </p:spPr>
        <p:txBody>
          <a:bodyPr anchor="b"/>
          <a:lstStyle>
            <a:lvl1pPr algn="ctr"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1200679"/>
            <a:ext cx="6858000" cy="551921"/>
          </a:xfrm>
        </p:spPr>
        <p:txBody>
          <a:bodyPr/>
          <a:lstStyle>
            <a:lvl1pPr marL="0" indent="0" algn="ctr">
              <a:buNone/>
              <a:defRPr sz="800"/>
            </a:lvl1pPr>
            <a:lvl2pPr marL="152385" indent="0" algn="ctr">
              <a:buNone/>
              <a:defRPr sz="667"/>
            </a:lvl2pPr>
            <a:lvl3pPr marL="304770" indent="0" algn="ctr">
              <a:buNone/>
              <a:defRPr sz="600"/>
            </a:lvl3pPr>
            <a:lvl4pPr marL="457154" indent="0" algn="ctr">
              <a:buNone/>
              <a:defRPr sz="533"/>
            </a:lvl4pPr>
            <a:lvl5pPr marL="609539" indent="0" algn="ctr">
              <a:buNone/>
              <a:defRPr sz="533"/>
            </a:lvl5pPr>
            <a:lvl6pPr marL="761924" indent="0" algn="ctr">
              <a:buNone/>
              <a:defRPr sz="533"/>
            </a:lvl6pPr>
            <a:lvl7pPr marL="914309" indent="0" algn="ctr">
              <a:buNone/>
              <a:defRPr sz="533"/>
            </a:lvl7pPr>
            <a:lvl8pPr marL="1066693" indent="0" algn="ctr">
              <a:buNone/>
              <a:defRPr sz="533"/>
            </a:lvl8pPr>
            <a:lvl9pPr marL="1219078" indent="0" algn="ctr">
              <a:buNone/>
              <a:defRPr sz="5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436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732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569913"/>
            <a:ext cx="7886700" cy="950912"/>
          </a:xfrm>
        </p:spPr>
        <p:txBody>
          <a:bodyPr anchor="b"/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1529821"/>
            <a:ext cx="7886700" cy="500062"/>
          </a:xfrm>
        </p:spPr>
        <p:txBody>
          <a:bodyPr/>
          <a:lstStyle>
            <a:lvl1pPr marL="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1pPr>
            <a:lvl2pPr marL="152385" indent="0">
              <a:buNone/>
              <a:defRPr sz="667">
                <a:solidFill>
                  <a:schemeClr val="tx1">
                    <a:tint val="82000"/>
                  </a:schemeClr>
                </a:solidFill>
              </a:defRPr>
            </a:lvl2pPr>
            <a:lvl3pPr marL="30477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3pPr>
            <a:lvl4pPr marL="457154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4pPr>
            <a:lvl5pPr marL="609539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5pPr>
            <a:lvl6pPr marL="761924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6pPr>
            <a:lvl7pPr marL="914309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7pPr>
            <a:lvl8pPr marL="1066693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8pPr>
            <a:lvl9pPr marL="1219078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00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608542"/>
            <a:ext cx="3886200" cy="1450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608542"/>
            <a:ext cx="3886200" cy="1450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312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121709"/>
            <a:ext cx="7886700" cy="4418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560388"/>
            <a:ext cx="3868340" cy="274637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152385" indent="0">
              <a:buNone/>
              <a:defRPr sz="667" b="1"/>
            </a:lvl2pPr>
            <a:lvl3pPr marL="304770" indent="0">
              <a:buNone/>
              <a:defRPr sz="600" b="1"/>
            </a:lvl3pPr>
            <a:lvl4pPr marL="457154" indent="0">
              <a:buNone/>
              <a:defRPr sz="533" b="1"/>
            </a:lvl4pPr>
            <a:lvl5pPr marL="609539" indent="0">
              <a:buNone/>
              <a:defRPr sz="533" b="1"/>
            </a:lvl5pPr>
            <a:lvl6pPr marL="761924" indent="0">
              <a:buNone/>
              <a:defRPr sz="533" b="1"/>
            </a:lvl6pPr>
            <a:lvl7pPr marL="914309" indent="0">
              <a:buNone/>
              <a:defRPr sz="533" b="1"/>
            </a:lvl7pPr>
            <a:lvl8pPr marL="1066693" indent="0">
              <a:buNone/>
              <a:defRPr sz="533" b="1"/>
            </a:lvl8pPr>
            <a:lvl9pPr marL="1219078" indent="0">
              <a:buNone/>
              <a:defRPr sz="5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835025"/>
            <a:ext cx="3868340" cy="12281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560388"/>
            <a:ext cx="3887391" cy="274637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152385" indent="0">
              <a:buNone/>
              <a:defRPr sz="667" b="1"/>
            </a:lvl2pPr>
            <a:lvl3pPr marL="304770" indent="0">
              <a:buNone/>
              <a:defRPr sz="600" b="1"/>
            </a:lvl3pPr>
            <a:lvl4pPr marL="457154" indent="0">
              <a:buNone/>
              <a:defRPr sz="533" b="1"/>
            </a:lvl4pPr>
            <a:lvl5pPr marL="609539" indent="0">
              <a:buNone/>
              <a:defRPr sz="533" b="1"/>
            </a:lvl5pPr>
            <a:lvl6pPr marL="761924" indent="0">
              <a:buNone/>
              <a:defRPr sz="533" b="1"/>
            </a:lvl6pPr>
            <a:lvl7pPr marL="914309" indent="0">
              <a:buNone/>
              <a:defRPr sz="533" b="1"/>
            </a:lvl7pPr>
            <a:lvl8pPr marL="1066693" indent="0">
              <a:buNone/>
              <a:defRPr sz="533" b="1"/>
            </a:lvl8pPr>
            <a:lvl9pPr marL="1219078" indent="0">
              <a:buNone/>
              <a:defRPr sz="5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835025"/>
            <a:ext cx="3887391" cy="12281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62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196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292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152400"/>
            <a:ext cx="2949178" cy="533400"/>
          </a:xfrm>
        </p:spPr>
        <p:txBody>
          <a:bodyPr anchor="b"/>
          <a:lstStyle>
            <a:lvl1pPr>
              <a:defRPr sz="10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29142"/>
            <a:ext cx="4629150" cy="1624542"/>
          </a:xfrm>
        </p:spPr>
        <p:txBody>
          <a:bodyPr/>
          <a:lstStyle>
            <a:lvl1pPr>
              <a:defRPr sz="1067"/>
            </a:lvl1pPr>
            <a:lvl2pPr>
              <a:defRPr sz="933"/>
            </a:lvl2pPr>
            <a:lvl3pPr>
              <a:defRPr sz="800"/>
            </a:lvl3pPr>
            <a:lvl4pPr>
              <a:defRPr sz="667"/>
            </a:lvl4pPr>
            <a:lvl5pPr>
              <a:defRPr sz="667"/>
            </a:lvl5pPr>
            <a:lvl6pPr>
              <a:defRPr sz="667"/>
            </a:lvl6pPr>
            <a:lvl7pPr>
              <a:defRPr sz="667"/>
            </a:lvl7pPr>
            <a:lvl8pPr>
              <a:defRPr sz="667"/>
            </a:lvl8pPr>
            <a:lvl9pPr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685800"/>
            <a:ext cx="2949178" cy="1270529"/>
          </a:xfrm>
        </p:spPr>
        <p:txBody>
          <a:bodyPr/>
          <a:lstStyle>
            <a:lvl1pPr marL="0" indent="0">
              <a:buNone/>
              <a:defRPr sz="533"/>
            </a:lvl1pPr>
            <a:lvl2pPr marL="152385" indent="0">
              <a:buNone/>
              <a:defRPr sz="467"/>
            </a:lvl2pPr>
            <a:lvl3pPr marL="304770" indent="0">
              <a:buNone/>
              <a:defRPr sz="400"/>
            </a:lvl3pPr>
            <a:lvl4pPr marL="457154" indent="0">
              <a:buNone/>
              <a:defRPr sz="333"/>
            </a:lvl4pPr>
            <a:lvl5pPr marL="609539" indent="0">
              <a:buNone/>
              <a:defRPr sz="333"/>
            </a:lvl5pPr>
            <a:lvl6pPr marL="761924" indent="0">
              <a:buNone/>
              <a:defRPr sz="333"/>
            </a:lvl6pPr>
            <a:lvl7pPr marL="914309" indent="0">
              <a:buNone/>
              <a:defRPr sz="333"/>
            </a:lvl7pPr>
            <a:lvl8pPr marL="1066693" indent="0">
              <a:buNone/>
              <a:defRPr sz="333"/>
            </a:lvl8pPr>
            <a:lvl9pPr marL="1219078" indent="0">
              <a:buNone/>
              <a:defRPr sz="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374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152400"/>
            <a:ext cx="2949178" cy="533400"/>
          </a:xfrm>
        </p:spPr>
        <p:txBody>
          <a:bodyPr anchor="b"/>
          <a:lstStyle>
            <a:lvl1pPr>
              <a:defRPr sz="10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29142"/>
            <a:ext cx="4629150" cy="1624542"/>
          </a:xfrm>
        </p:spPr>
        <p:txBody>
          <a:bodyPr anchor="t"/>
          <a:lstStyle>
            <a:lvl1pPr marL="0" indent="0">
              <a:buNone/>
              <a:defRPr sz="1067"/>
            </a:lvl1pPr>
            <a:lvl2pPr marL="152385" indent="0">
              <a:buNone/>
              <a:defRPr sz="933"/>
            </a:lvl2pPr>
            <a:lvl3pPr marL="304770" indent="0">
              <a:buNone/>
              <a:defRPr sz="800"/>
            </a:lvl3pPr>
            <a:lvl4pPr marL="457154" indent="0">
              <a:buNone/>
              <a:defRPr sz="667"/>
            </a:lvl4pPr>
            <a:lvl5pPr marL="609539" indent="0">
              <a:buNone/>
              <a:defRPr sz="667"/>
            </a:lvl5pPr>
            <a:lvl6pPr marL="761924" indent="0">
              <a:buNone/>
              <a:defRPr sz="667"/>
            </a:lvl6pPr>
            <a:lvl7pPr marL="914309" indent="0">
              <a:buNone/>
              <a:defRPr sz="667"/>
            </a:lvl7pPr>
            <a:lvl8pPr marL="1066693" indent="0">
              <a:buNone/>
              <a:defRPr sz="667"/>
            </a:lvl8pPr>
            <a:lvl9pPr marL="1219078" indent="0">
              <a:buNone/>
              <a:defRPr sz="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685800"/>
            <a:ext cx="2949178" cy="1270529"/>
          </a:xfrm>
        </p:spPr>
        <p:txBody>
          <a:bodyPr/>
          <a:lstStyle>
            <a:lvl1pPr marL="0" indent="0">
              <a:buNone/>
              <a:defRPr sz="533"/>
            </a:lvl1pPr>
            <a:lvl2pPr marL="152385" indent="0">
              <a:buNone/>
              <a:defRPr sz="467"/>
            </a:lvl2pPr>
            <a:lvl3pPr marL="304770" indent="0">
              <a:buNone/>
              <a:defRPr sz="400"/>
            </a:lvl3pPr>
            <a:lvl4pPr marL="457154" indent="0">
              <a:buNone/>
              <a:defRPr sz="333"/>
            </a:lvl4pPr>
            <a:lvl5pPr marL="609539" indent="0">
              <a:buNone/>
              <a:defRPr sz="333"/>
            </a:lvl5pPr>
            <a:lvl6pPr marL="761924" indent="0">
              <a:buNone/>
              <a:defRPr sz="333"/>
            </a:lvl6pPr>
            <a:lvl7pPr marL="914309" indent="0">
              <a:buNone/>
              <a:defRPr sz="333"/>
            </a:lvl7pPr>
            <a:lvl8pPr marL="1066693" indent="0">
              <a:buNone/>
              <a:defRPr sz="333"/>
            </a:lvl8pPr>
            <a:lvl9pPr marL="1219078" indent="0">
              <a:buNone/>
              <a:defRPr sz="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58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846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121709"/>
            <a:ext cx="1971675" cy="19372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21709"/>
            <a:ext cx="5800725" cy="19372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37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121709"/>
            <a:ext cx="7886700" cy="4418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608542"/>
            <a:ext cx="7886700" cy="1450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2118784"/>
            <a:ext cx="205740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2118784"/>
            <a:ext cx="308610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2118784"/>
            <a:ext cx="205740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175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04770" rtl="0" eaLnBrk="1" latinLnBrk="0" hangingPunct="1">
        <a:lnSpc>
          <a:spcPct val="90000"/>
        </a:lnSpc>
        <a:spcBef>
          <a:spcPct val="0"/>
        </a:spcBef>
        <a:buNone/>
        <a:defRPr sz="14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6192" indent="-76192" algn="l" defTabSz="30477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1pPr>
      <a:lvl2pPr marL="228577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380962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67" kern="1200">
          <a:solidFill>
            <a:schemeClr val="tx1"/>
          </a:solidFill>
          <a:latin typeface="+mn-lt"/>
          <a:ea typeface="+mn-ea"/>
          <a:cs typeface="+mn-cs"/>
        </a:defRPr>
      </a:lvl3pPr>
      <a:lvl4pPr marL="533347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685731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838116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990501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142886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295270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1pPr>
      <a:lvl2pPr marL="152385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2pPr>
      <a:lvl3pPr marL="304770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57154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609539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761924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914309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066693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219078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Brain with solid fill">
            <a:extLst>
              <a:ext uri="{FF2B5EF4-FFF2-40B4-BE49-F238E27FC236}">
                <a16:creationId xmlns:a16="http://schemas.microsoft.com/office/drawing/2014/main" id="{813285C2-36D4-73C7-CFCB-2228081418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468022" y="0"/>
            <a:ext cx="2286000" cy="2286000"/>
          </a:xfrm>
          <a:prstGeom prst="rect">
            <a:avLst/>
          </a:prstGeom>
        </p:spPr>
      </p:pic>
      <p:pic>
        <p:nvPicPr>
          <p:cNvPr id="4" name="Graphic 3" descr="Brain with solid fill">
            <a:extLst>
              <a:ext uri="{FF2B5EF4-FFF2-40B4-BE49-F238E27FC236}">
                <a16:creationId xmlns:a16="http://schemas.microsoft.com/office/drawing/2014/main" id="{550A103D-1F46-3845-112F-5720B35A0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0784" y="0"/>
            <a:ext cx="2286000" cy="2286000"/>
          </a:xfrm>
          <a:prstGeom prst="rect">
            <a:avLst/>
          </a:prstGeom>
        </p:spPr>
      </p:pic>
      <p:pic>
        <p:nvPicPr>
          <p:cNvPr id="5" name="Graphic 4" descr="Brain with solid fill">
            <a:extLst>
              <a:ext uri="{FF2B5EF4-FFF2-40B4-BE49-F238E27FC236}">
                <a16:creationId xmlns:a16="http://schemas.microsoft.com/office/drawing/2014/main" id="{F875E4C9-25C3-7D12-D70A-1B3FF8F52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7216" y="0"/>
            <a:ext cx="2286000" cy="2286000"/>
          </a:xfrm>
          <a:prstGeom prst="rect">
            <a:avLst/>
          </a:prstGeom>
        </p:spPr>
      </p:pic>
      <p:pic>
        <p:nvPicPr>
          <p:cNvPr id="6" name="Graphic 5" descr="Brain with solid fill">
            <a:extLst>
              <a:ext uri="{FF2B5EF4-FFF2-40B4-BE49-F238E27FC236}">
                <a16:creationId xmlns:a16="http://schemas.microsoft.com/office/drawing/2014/main" id="{5135C67E-B164-E71B-A13F-108C7B472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6022" y="0"/>
            <a:ext cx="2286000" cy="2286000"/>
          </a:xfrm>
          <a:prstGeom prst="rect">
            <a:avLst/>
          </a:prstGeom>
        </p:spPr>
      </p:pic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E0C2AF85-E563-C224-EA74-EE8D1B92A53D}"/>
              </a:ext>
            </a:extLst>
          </p:cNvPr>
          <p:cNvSpPr/>
          <p:nvPr/>
        </p:nvSpPr>
        <p:spPr>
          <a:xfrm>
            <a:off x="-762976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lowchart: Connector 17">
            <a:extLst>
              <a:ext uri="{FF2B5EF4-FFF2-40B4-BE49-F238E27FC236}">
                <a16:creationId xmlns:a16="http://schemas.microsoft.com/office/drawing/2014/main" id="{B1652A51-ABC1-3D99-FDEF-FAE924D8D12B}"/>
              </a:ext>
            </a:extLst>
          </p:cNvPr>
          <p:cNvSpPr/>
          <p:nvPr/>
        </p:nvSpPr>
        <p:spPr>
          <a:xfrm>
            <a:off x="-625816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lowchart: Connector 18">
            <a:extLst>
              <a:ext uri="{FF2B5EF4-FFF2-40B4-BE49-F238E27FC236}">
                <a16:creationId xmlns:a16="http://schemas.microsoft.com/office/drawing/2014/main" id="{B9156E2F-3CDF-F7FA-8F5C-494E73C228CF}"/>
              </a:ext>
            </a:extLst>
          </p:cNvPr>
          <p:cNvSpPr/>
          <p:nvPr/>
        </p:nvSpPr>
        <p:spPr>
          <a:xfrm>
            <a:off x="-488656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lowchart: Connector 19">
            <a:extLst>
              <a:ext uri="{FF2B5EF4-FFF2-40B4-BE49-F238E27FC236}">
                <a16:creationId xmlns:a16="http://schemas.microsoft.com/office/drawing/2014/main" id="{59765092-8B35-764B-7834-89D090D1D67E}"/>
              </a:ext>
            </a:extLst>
          </p:cNvPr>
          <p:cNvSpPr/>
          <p:nvPr/>
        </p:nvSpPr>
        <p:spPr>
          <a:xfrm>
            <a:off x="-351496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lowchart: Connector 20">
            <a:extLst>
              <a:ext uri="{FF2B5EF4-FFF2-40B4-BE49-F238E27FC236}">
                <a16:creationId xmlns:a16="http://schemas.microsoft.com/office/drawing/2014/main" id="{E824B8C7-9CB3-F694-8F3F-A7173405002F}"/>
              </a:ext>
            </a:extLst>
          </p:cNvPr>
          <p:cNvSpPr/>
          <p:nvPr/>
        </p:nvSpPr>
        <p:spPr>
          <a:xfrm>
            <a:off x="248314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lowchart: Connector 21">
            <a:extLst>
              <a:ext uri="{FF2B5EF4-FFF2-40B4-BE49-F238E27FC236}">
                <a16:creationId xmlns:a16="http://schemas.microsoft.com/office/drawing/2014/main" id="{99504568-EC96-E574-222A-F202BF85DFCF}"/>
              </a:ext>
            </a:extLst>
          </p:cNvPr>
          <p:cNvSpPr/>
          <p:nvPr/>
        </p:nvSpPr>
        <p:spPr>
          <a:xfrm>
            <a:off x="262030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lowchart: Connector 22">
            <a:extLst>
              <a:ext uri="{FF2B5EF4-FFF2-40B4-BE49-F238E27FC236}">
                <a16:creationId xmlns:a16="http://schemas.microsoft.com/office/drawing/2014/main" id="{A3A825FD-DE8D-A026-C086-97C3EB490050}"/>
              </a:ext>
            </a:extLst>
          </p:cNvPr>
          <p:cNvSpPr/>
          <p:nvPr/>
        </p:nvSpPr>
        <p:spPr>
          <a:xfrm>
            <a:off x="275746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lowchart: Connector 23">
            <a:extLst>
              <a:ext uri="{FF2B5EF4-FFF2-40B4-BE49-F238E27FC236}">
                <a16:creationId xmlns:a16="http://schemas.microsoft.com/office/drawing/2014/main" id="{999038F0-BDF4-AA97-C493-844CC90669BD}"/>
              </a:ext>
            </a:extLst>
          </p:cNvPr>
          <p:cNvSpPr/>
          <p:nvPr/>
        </p:nvSpPr>
        <p:spPr>
          <a:xfrm>
            <a:off x="289462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01C409A0-8384-96E6-9BD7-D99488D75713}"/>
              </a:ext>
            </a:extLst>
          </p:cNvPr>
          <p:cNvSpPr/>
          <p:nvPr/>
        </p:nvSpPr>
        <p:spPr>
          <a:xfrm>
            <a:off x="578514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lowchart: Connector 25">
            <a:extLst>
              <a:ext uri="{FF2B5EF4-FFF2-40B4-BE49-F238E27FC236}">
                <a16:creationId xmlns:a16="http://schemas.microsoft.com/office/drawing/2014/main" id="{7A8E75F7-7413-9197-DAC5-EFCDC4F68253}"/>
              </a:ext>
            </a:extLst>
          </p:cNvPr>
          <p:cNvSpPr/>
          <p:nvPr/>
        </p:nvSpPr>
        <p:spPr>
          <a:xfrm>
            <a:off x="592230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lowchart: Connector 26">
            <a:extLst>
              <a:ext uri="{FF2B5EF4-FFF2-40B4-BE49-F238E27FC236}">
                <a16:creationId xmlns:a16="http://schemas.microsoft.com/office/drawing/2014/main" id="{6FFE8951-B64B-DF1E-9BC4-67CBB2907AB4}"/>
              </a:ext>
            </a:extLst>
          </p:cNvPr>
          <p:cNvSpPr/>
          <p:nvPr/>
        </p:nvSpPr>
        <p:spPr>
          <a:xfrm>
            <a:off x="605946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F41F1353-97F8-4E1C-4E27-2C10DF48AA20}"/>
              </a:ext>
            </a:extLst>
          </p:cNvPr>
          <p:cNvSpPr/>
          <p:nvPr/>
        </p:nvSpPr>
        <p:spPr>
          <a:xfrm>
            <a:off x="619662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lowchart: Connector 28">
            <a:extLst>
              <a:ext uri="{FF2B5EF4-FFF2-40B4-BE49-F238E27FC236}">
                <a16:creationId xmlns:a16="http://schemas.microsoft.com/office/drawing/2014/main" id="{8A22E39B-325D-DA3C-730B-9716294F300B}"/>
              </a:ext>
            </a:extLst>
          </p:cNvPr>
          <p:cNvSpPr/>
          <p:nvPr/>
        </p:nvSpPr>
        <p:spPr>
          <a:xfrm>
            <a:off x="9040227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CB971316-1BF2-077D-14A3-0E49B9D91CDC}"/>
              </a:ext>
            </a:extLst>
          </p:cNvPr>
          <p:cNvSpPr/>
          <p:nvPr/>
        </p:nvSpPr>
        <p:spPr>
          <a:xfrm>
            <a:off x="9177387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lowchart: Connector 30">
            <a:extLst>
              <a:ext uri="{FF2B5EF4-FFF2-40B4-BE49-F238E27FC236}">
                <a16:creationId xmlns:a16="http://schemas.microsoft.com/office/drawing/2014/main" id="{77F3A0EB-E5E3-F8BE-A50C-8AB835A62E65}"/>
              </a:ext>
            </a:extLst>
          </p:cNvPr>
          <p:cNvSpPr/>
          <p:nvPr/>
        </p:nvSpPr>
        <p:spPr>
          <a:xfrm>
            <a:off x="9314547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lowchart: Connector 31">
            <a:extLst>
              <a:ext uri="{FF2B5EF4-FFF2-40B4-BE49-F238E27FC236}">
                <a16:creationId xmlns:a16="http://schemas.microsoft.com/office/drawing/2014/main" id="{AB070A1B-FD56-BCF9-0F69-20F03724FECA}"/>
              </a:ext>
            </a:extLst>
          </p:cNvPr>
          <p:cNvSpPr/>
          <p:nvPr/>
        </p:nvSpPr>
        <p:spPr>
          <a:xfrm>
            <a:off x="9451707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Multiplication Sign 32">
            <a:extLst>
              <a:ext uri="{FF2B5EF4-FFF2-40B4-BE49-F238E27FC236}">
                <a16:creationId xmlns:a16="http://schemas.microsoft.com/office/drawing/2014/main" id="{352279F5-2DAB-06F3-B569-F5610B0A9773}"/>
              </a:ext>
            </a:extLst>
          </p:cNvPr>
          <p:cNvSpPr/>
          <p:nvPr/>
        </p:nvSpPr>
        <p:spPr>
          <a:xfrm>
            <a:off x="-362926" y="10972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Multiplication Sign 33">
            <a:extLst>
              <a:ext uri="{FF2B5EF4-FFF2-40B4-BE49-F238E27FC236}">
                <a16:creationId xmlns:a16="http://schemas.microsoft.com/office/drawing/2014/main" id="{737B2C3F-9B34-0858-2BA9-3A42ABC40C43}"/>
              </a:ext>
            </a:extLst>
          </p:cNvPr>
          <p:cNvSpPr/>
          <p:nvPr/>
        </p:nvSpPr>
        <p:spPr>
          <a:xfrm>
            <a:off x="-276566" y="10464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Multiplication Sign 34">
            <a:extLst>
              <a:ext uri="{FF2B5EF4-FFF2-40B4-BE49-F238E27FC236}">
                <a16:creationId xmlns:a16="http://schemas.microsoft.com/office/drawing/2014/main" id="{75CD8FB3-1E19-22EF-171D-CC2007A56D5F}"/>
              </a:ext>
            </a:extLst>
          </p:cNvPr>
          <p:cNvSpPr/>
          <p:nvPr/>
        </p:nvSpPr>
        <p:spPr>
          <a:xfrm>
            <a:off x="-260056" y="114300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Multiplication Sign 35">
            <a:extLst>
              <a:ext uri="{FF2B5EF4-FFF2-40B4-BE49-F238E27FC236}">
                <a16:creationId xmlns:a16="http://schemas.microsoft.com/office/drawing/2014/main" id="{11F975D0-9452-3BB7-7CCC-CCCF795F5C14}"/>
              </a:ext>
            </a:extLst>
          </p:cNvPr>
          <p:cNvSpPr/>
          <p:nvPr/>
        </p:nvSpPr>
        <p:spPr>
          <a:xfrm>
            <a:off x="2747304" y="10972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1F489CF5-B9CF-CD06-9B3A-094A017D4A98}"/>
              </a:ext>
            </a:extLst>
          </p:cNvPr>
          <p:cNvSpPr/>
          <p:nvPr/>
        </p:nvSpPr>
        <p:spPr>
          <a:xfrm>
            <a:off x="2986064" y="8940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AFAD919D-7A66-0E46-9926-51BA5F0D9FEC}"/>
              </a:ext>
            </a:extLst>
          </p:cNvPr>
          <p:cNvSpPr/>
          <p:nvPr/>
        </p:nvSpPr>
        <p:spPr>
          <a:xfrm>
            <a:off x="3078774" y="127000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CEE1822B-8DB9-9781-76AD-F48BC302DE76}"/>
              </a:ext>
            </a:extLst>
          </p:cNvPr>
          <p:cNvSpPr/>
          <p:nvPr/>
        </p:nvSpPr>
        <p:spPr>
          <a:xfrm>
            <a:off x="9032901" y="125222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Multiplication Sign 39">
            <a:extLst>
              <a:ext uri="{FF2B5EF4-FFF2-40B4-BE49-F238E27FC236}">
                <a16:creationId xmlns:a16="http://schemas.microsoft.com/office/drawing/2014/main" id="{82AADA0D-A116-08DC-3F10-FBABF964B99C}"/>
              </a:ext>
            </a:extLst>
          </p:cNvPr>
          <p:cNvSpPr/>
          <p:nvPr/>
        </p:nvSpPr>
        <p:spPr>
          <a:xfrm>
            <a:off x="9271661" y="104902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2F89EAAB-A7E0-CBA7-7DFE-DD99B159B5F5}"/>
              </a:ext>
            </a:extLst>
          </p:cNvPr>
          <p:cNvSpPr/>
          <p:nvPr/>
        </p:nvSpPr>
        <p:spPr>
          <a:xfrm>
            <a:off x="9364371" y="142494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Multiplication Sign 41">
            <a:extLst>
              <a:ext uri="{FF2B5EF4-FFF2-40B4-BE49-F238E27FC236}">
                <a16:creationId xmlns:a16="http://schemas.microsoft.com/office/drawing/2014/main" id="{47AE80E3-811E-7B76-8159-A8E45A6BBED6}"/>
              </a:ext>
            </a:extLst>
          </p:cNvPr>
          <p:cNvSpPr/>
          <p:nvPr/>
        </p:nvSpPr>
        <p:spPr>
          <a:xfrm>
            <a:off x="5914978" y="129032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Multiplication Sign 42">
            <a:extLst>
              <a:ext uri="{FF2B5EF4-FFF2-40B4-BE49-F238E27FC236}">
                <a16:creationId xmlns:a16="http://schemas.microsoft.com/office/drawing/2014/main" id="{D97AA53B-0A59-1A4B-5C73-D2B18B065EB7}"/>
              </a:ext>
            </a:extLst>
          </p:cNvPr>
          <p:cNvSpPr/>
          <p:nvPr/>
        </p:nvSpPr>
        <p:spPr>
          <a:xfrm>
            <a:off x="6001338" y="123952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Multiplication Sign 43">
            <a:extLst>
              <a:ext uri="{FF2B5EF4-FFF2-40B4-BE49-F238E27FC236}">
                <a16:creationId xmlns:a16="http://schemas.microsoft.com/office/drawing/2014/main" id="{C3A96F20-044D-A125-1A7F-2A7D1003558D}"/>
              </a:ext>
            </a:extLst>
          </p:cNvPr>
          <p:cNvSpPr/>
          <p:nvPr/>
        </p:nvSpPr>
        <p:spPr>
          <a:xfrm>
            <a:off x="6017848" y="133604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309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3BE31-2B51-6272-2227-9E142DD74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Brain with solid fill">
            <a:extLst>
              <a:ext uri="{FF2B5EF4-FFF2-40B4-BE49-F238E27FC236}">
                <a16:creationId xmlns:a16="http://schemas.microsoft.com/office/drawing/2014/main" id="{FE6BDE0F-C665-C574-6B09-889239508A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2286000" cy="2286000"/>
          </a:xfrm>
          <a:prstGeom prst="rect">
            <a:avLst/>
          </a:prstGeom>
        </p:spPr>
      </p:pic>
      <p:pic>
        <p:nvPicPr>
          <p:cNvPr id="4" name="Graphic 3" descr="Brain with solid fill">
            <a:extLst>
              <a:ext uri="{FF2B5EF4-FFF2-40B4-BE49-F238E27FC236}">
                <a16:creationId xmlns:a16="http://schemas.microsoft.com/office/drawing/2014/main" id="{5F3AE0B2-E735-D69E-7665-07BF1966E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0" y="0"/>
            <a:ext cx="2286000" cy="2286000"/>
          </a:xfrm>
          <a:prstGeom prst="rect">
            <a:avLst/>
          </a:prstGeom>
        </p:spPr>
      </p:pic>
      <p:pic>
        <p:nvPicPr>
          <p:cNvPr id="5" name="Graphic 4" descr="Brain with solid fill">
            <a:extLst>
              <a:ext uri="{FF2B5EF4-FFF2-40B4-BE49-F238E27FC236}">
                <a16:creationId xmlns:a16="http://schemas.microsoft.com/office/drawing/2014/main" id="{0C521C75-FC4A-FCEF-2EFF-CFAA97CEA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0" y="0"/>
            <a:ext cx="2286000" cy="2286000"/>
          </a:xfrm>
          <a:prstGeom prst="rect">
            <a:avLst/>
          </a:prstGeom>
        </p:spPr>
      </p:pic>
      <p:pic>
        <p:nvPicPr>
          <p:cNvPr id="6" name="Graphic 5" descr="Brain with solid fill">
            <a:extLst>
              <a:ext uri="{FF2B5EF4-FFF2-40B4-BE49-F238E27FC236}">
                <a16:creationId xmlns:a16="http://schemas.microsoft.com/office/drawing/2014/main" id="{949A5856-6DC3-E726-EC64-05DA798A71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0" y="0"/>
            <a:ext cx="2286000" cy="2286000"/>
          </a:xfrm>
          <a:prstGeom prst="rect">
            <a:avLst/>
          </a:prstGeom>
        </p:spPr>
      </p:pic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214E3771-E0EF-1702-78B1-45E355768185}"/>
              </a:ext>
            </a:extLst>
          </p:cNvPr>
          <p:cNvSpPr/>
          <p:nvPr/>
        </p:nvSpPr>
        <p:spPr>
          <a:xfrm>
            <a:off x="74031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F394243C-B49A-E0D6-0C6F-1A3D288A591F}"/>
              </a:ext>
            </a:extLst>
          </p:cNvPr>
          <p:cNvSpPr/>
          <p:nvPr/>
        </p:nvSpPr>
        <p:spPr>
          <a:xfrm>
            <a:off x="87747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81D9B8E4-B68B-B4D1-0CC8-44C06695F0A3}"/>
              </a:ext>
            </a:extLst>
          </p:cNvPr>
          <p:cNvSpPr/>
          <p:nvPr/>
        </p:nvSpPr>
        <p:spPr>
          <a:xfrm>
            <a:off x="101463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1E219C02-71CA-F9B0-D471-29372ABAFFBC}"/>
              </a:ext>
            </a:extLst>
          </p:cNvPr>
          <p:cNvSpPr/>
          <p:nvPr/>
        </p:nvSpPr>
        <p:spPr>
          <a:xfrm>
            <a:off x="115179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EB371EDF-5627-5109-29DF-2C9EE6786BBA}"/>
              </a:ext>
            </a:extLst>
          </p:cNvPr>
          <p:cNvSpPr/>
          <p:nvPr/>
        </p:nvSpPr>
        <p:spPr>
          <a:xfrm>
            <a:off x="302631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8138BA02-F3AE-5825-87AC-1B68DA86A031}"/>
              </a:ext>
            </a:extLst>
          </p:cNvPr>
          <p:cNvSpPr/>
          <p:nvPr/>
        </p:nvSpPr>
        <p:spPr>
          <a:xfrm>
            <a:off x="316347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9D827F47-32ED-97C8-31CD-89E958FCA5A4}"/>
              </a:ext>
            </a:extLst>
          </p:cNvPr>
          <p:cNvSpPr/>
          <p:nvPr/>
        </p:nvSpPr>
        <p:spPr>
          <a:xfrm>
            <a:off x="330063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4107351C-04BD-477F-23BE-36C18CD8E116}"/>
              </a:ext>
            </a:extLst>
          </p:cNvPr>
          <p:cNvSpPr/>
          <p:nvPr/>
        </p:nvSpPr>
        <p:spPr>
          <a:xfrm>
            <a:off x="343779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lowchart: Connector 17">
            <a:extLst>
              <a:ext uri="{FF2B5EF4-FFF2-40B4-BE49-F238E27FC236}">
                <a16:creationId xmlns:a16="http://schemas.microsoft.com/office/drawing/2014/main" id="{5D5D4632-F4F3-4CFA-BE2C-F30B1B74997D}"/>
              </a:ext>
            </a:extLst>
          </p:cNvPr>
          <p:cNvSpPr/>
          <p:nvPr/>
        </p:nvSpPr>
        <p:spPr>
          <a:xfrm>
            <a:off x="531231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lowchart: Connector 18">
            <a:extLst>
              <a:ext uri="{FF2B5EF4-FFF2-40B4-BE49-F238E27FC236}">
                <a16:creationId xmlns:a16="http://schemas.microsoft.com/office/drawing/2014/main" id="{77B77236-CF61-DE03-7429-2E11C196A598}"/>
              </a:ext>
            </a:extLst>
          </p:cNvPr>
          <p:cNvSpPr/>
          <p:nvPr/>
        </p:nvSpPr>
        <p:spPr>
          <a:xfrm>
            <a:off x="544947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lowchart: Connector 19">
            <a:extLst>
              <a:ext uri="{FF2B5EF4-FFF2-40B4-BE49-F238E27FC236}">
                <a16:creationId xmlns:a16="http://schemas.microsoft.com/office/drawing/2014/main" id="{8C2DB0A9-5571-4232-102F-D4E9F9E062CD}"/>
              </a:ext>
            </a:extLst>
          </p:cNvPr>
          <p:cNvSpPr/>
          <p:nvPr/>
        </p:nvSpPr>
        <p:spPr>
          <a:xfrm>
            <a:off x="558663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lowchart: Connector 20">
            <a:extLst>
              <a:ext uri="{FF2B5EF4-FFF2-40B4-BE49-F238E27FC236}">
                <a16:creationId xmlns:a16="http://schemas.microsoft.com/office/drawing/2014/main" id="{3E71695C-45C7-7F95-C88D-79C61EC8AC82}"/>
              </a:ext>
            </a:extLst>
          </p:cNvPr>
          <p:cNvSpPr/>
          <p:nvPr/>
        </p:nvSpPr>
        <p:spPr>
          <a:xfrm>
            <a:off x="572379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lowchart: Connector 21">
            <a:extLst>
              <a:ext uri="{FF2B5EF4-FFF2-40B4-BE49-F238E27FC236}">
                <a16:creationId xmlns:a16="http://schemas.microsoft.com/office/drawing/2014/main" id="{5A6FE1C9-A26A-4FC1-CB0E-A6A53D24FAC9}"/>
              </a:ext>
            </a:extLst>
          </p:cNvPr>
          <p:cNvSpPr/>
          <p:nvPr/>
        </p:nvSpPr>
        <p:spPr>
          <a:xfrm>
            <a:off x="759831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lowchart: Connector 22">
            <a:extLst>
              <a:ext uri="{FF2B5EF4-FFF2-40B4-BE49-F238E27FC236}">
                <a16:creationId xmlns:a16="http://schemas.microsoft.com/office/drawing/2014/main" id="{615AE5A8-C0D4-342D-BEA6-C9E477ABF937}"/>
              </a:ext>
            </a:extLst>
          </p:cNvPr>
          <p:cNvSpPr/>
          <p:nvPr/>
        </p:nvSpPr>
        <p:spPr>
          <a:xfrm>
            <a:off x="773547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lowchart: Connector 23">
            <a:extLst>
              <a:ext uri="{FF2B5EF4-FFF2-40B4-BE49-F238E27FC236}">
                <a16:creationId xmlns:a16="http://schemas.microsoft.com/office/drawing/2014/main" id="{8C001727-28B3-D0DE-EC86-1CE231FF8952}"/>
              </a:ext>
            </a:extLst>
          </p:cNvPr>
          <p:cNvSpPr/>
          <p:nvPr/>
        </p:nvSpPr>
        <p:spPr>
          <a:xfrm>
            <a:off x="787263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8DF22DA1-2919-C60C-C27F-001AABCBA457}"/>
              </a:ext>
            </a:extLst>
          </p:cNvPr>
          <p:cNvSpPr/>
          <p:nvPr/>
        </p:nvSpPr>
        <p:spPr>
          <a:xfrm>
            <a:off x="800979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Multiplication Sign 31">
            <a:extLst>
              <a:ext uri="{FF2B5EF4-FFF2-40B4-BE49-F238E27FC236}">
                <a16:creationId xmlns:a16="http://schemas.microsoft.com/office/drawing/2014/main" id="{346CB416-D4E1-27AD-6C0F-D7A1A58C0F66}"/>
              </a:ext>
            </a:extLst>
          </p:cNvPr>
          <p:cNvSpPr/>
          <p:nvPr/>
        </p:nvSpPr>
        <p:spPr>
          <a:xfrm>
            <a:off x="1060354" y="1051560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Multiplication Sign 32">
            <a:extLst>
              <a:ext uri="{FF2B5EF4-FFF2-40B4-BE49-F238E27FC236}">
                <a16:creationId xmlns:a16="http://schemas.microsoft.com/office/drawing/2014/main" id="{570ABCA8-E0C6-57BC-A595-414E5F921FB1}"/>
              </a:ext>
            </a:extLst>
          </p:cNvPr>
          <p:cNvSpPr/>
          <p:nvPr/>
        </p:nvSpPr>
        <p:spPr>
          <a:xfrm>
            <a:off x="1183290" y="964184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Multiplication Sign 33">
            <a:extLst>
              <a:ext uri="{FF2B5EF4-FFF2-40B4-BE49-F238E27FC236}">
                <a16:creationId xmlns:a16="http://schemas.microsoft.com/office/drawing/2014/main" id="{146F3FC9-0A56-5849-3694-F2547C58B21E}"/>
              </a:ext>
            </a:extLst>
          </p:cNvPr>
          <p:cNvSpPr/>
          <p:nvPr/>
        </p:nvSpPr>
        <p:spPr>
          <a:xfrm>
            <a:off x="1230280" y="1109472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098C83BF-1997-F9B1-8C30-40AE8A021BDB}"/>
              </a:ext>
            </a:extLst>
          </p:cNvPr>
          <p:cNvSpPr/>
          <p:nvPr/>
        </p:nvSpPr>
        <p:spPr>
          <a:xfrm>
            <a:off x="3055651" y="1292352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4BB1FA84-60D9-4C83-070B-A379A6CD6DC9}"/>
              </a:ext>
            </a:extLst>
          </p:cNvPr>
          <p:cNvSpPr/>
          <p:nvPr/>
        </p:nvSpPr>
        <p:spPr>
          <a:xfrm>
            <a:off x="3178587" y="1204976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Multiplication Sign 39">
            <a:extLst>
              <a:ext uri="{FF2B5EF4-FFF2-40B4-BE49-F238E27FC236}">
                <a16:creationId xmlns:a16="http://schemas.microsoft.com/office/drawing/2014/main" id="{B9989E8C-C6B0-5682-D753-47D722E3E18A}"/>
              </a:ext>
            </a:extLst>
          </p:cNvPr>
          <p:cNvSpPr/>
          <p:nvPr/>
        </p:nvSpPr>
        <p:spPr>
          <a:xfrm>
            <a:off x="3225577" y="1350264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257305F8-EED5-D520-5A53-ACEF9837CB45}"/>
              </a:ext>
            </a:extLst>
          </p:cNvPr>
          <p:cNvSpPr/>
          <p:nvPr/>
        </p:nvSpPr>
        <p:spPr>
          <a:xfrm>
            <a:off x="5470683" y="1045464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Multiplication Sign 41">
            <a:extLst>
              <a:ext uri="{FF2B5EF4-FFF2-40B4-BE49-F238E27FC236}">
                <a16:creationId xmlns:a16="http://schemas.microsoft.com/office/drawing/2014/main" id="{D02C3953-6367-B0A7-5CEC-B8B0E9214DDD}"/>
              </a:ext>
            </a:extLst>
          </p:cNvPr>
          <p:cNvSpPr/>
          <p:nvPr/>
        </p:nvSpPr>
        <p:spPr>
          <a:xfrm>
            <a:off x="5770403" y="811784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Multiplication Sign 42">
            <a:extLst>
              <a:ext uri="{FF2B5EF4-FFF2-40B4-BE49-F238E27FC236}">
                <a16:creationId xmlns:a16="http://schemas.microsoft.com/office/drawing/2014/main" id="{58104411-D5F2-C2F7-F92E-995124AFA34B}"/>
              </a:ext>
            </a:extLst>
          </p:cNvPr>
          <p:cNvSpPr/>
          <p:nvPr/>
        </p:nvSpPr>
        <p:spPr>
          <a:xfrm>
            <a:off x="5909595" y="1228344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Multiplication Sign 43">
            <a:extLst>
              <a:ext uri="{FF2B5EF4-FFF2-40B4-BE49-F238E27FC236}">
                <a16:creationId xmlns:a16="http://schemas.microsoft.com/office/drawing/2014/main" id="{4F3996F3-238C-9E12-CA19-CAFF44FC44E8}"/>
              </a:ext>
            </a:extLst>
          </p:cNvPr>
          <p:cNvSpPr/>
          <p:nvPr/>
        </p:nvSpPr>
        <p:spPr>
          <a:xfrm>
            <a:off x="7600885" y="1258824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Multiplication Sign 44">
            <a:extLst>
              <a:ext uri="{FF2B5EF4-FFF2-40B4-BE49-F238E27FC236}">
                <a16:creationId xmlns:a16="http://schemas.microsoft.com/office/drawing/2014/main" id="{5450922A-73D0-63AB-D57B-B4BB13B2DD7B}"/>
              </a:ext>
            </a:extLst>
          </p:cNvPr>
          <p:cNvSpPr/>
          <p:nvPr/>
        </p:nvSpPr>
        <p:spPr>
          <a:xfrm>
            <a:off x="7900605" y="1025144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Multiplication Sign 45">
            <a:extLst>
              <a:ext uri="{FF2B5EF4-FFF2-40B4-BE49-F238E27FC236}">
                <a16:creationId xmlns:a16="http://schemas.microsoft.com/office/drawing/2014/main" id="{F9BBDB0F-2349-C488-229C-C7EE5F89E5EA}"/>
              </a:ext>
            </a:extLst>
          </p:cNvPr>
          <p:cNvSpPr/>
          <p:nvPr/>
        </p:nvSpPr>
        <p:spPr>
          <a:xfrm>
            <a:off x="8039797" y="1441704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485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Brain with solid fill">
            <a:extLst>
              <a:ext uri="{FF2B5EF4-FFF2-40B4-BE49-F238E27FC236}">
                <a16:creationId xmlns:a16="http://schemas.microsoft.com/office/drawing/2014/main" id="{F40512E1-18F1-48D9-0C77-CC46D81D56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2286000" cy="2286000"/>
          </a:xfrm>
          <a:prstGeom prst="rect">
            <a:avLst/>
          </a:prstGeom>
        </p:spPr>
      </p:pic>
      <p:pic>
        <p:nvPicPr>
          <p:cNvPr id="4" name="Graphic 3" descr="Brain with solid fill">
            <a:extLst>
              <a:ext uri="{FF2B5EF4-FFF2-40B4-BE49-F238E27FC236}">
                <a16:creationId xmlns:a16="http://schemas.microsoft.com/office/drawing/2014/main" id="{C6C6E129-0C54-34C6-B82B-8D65003FD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0" y="0"/>
            <a:ext cx="2286000" cy="2286000"/>
          </a:xfrm>
          <a:prstGeom prst="rect">
            <a:avLst/>
          </a:prstGeom>
        </p:spPr>
      </p:pic>
      <p:pic>
        <p:nvPicPr>
          <p:cNvPr id="5" name="Graphic 4" descr="Brain with solid fill">
            <a:extLst>
              <a:ext uri="{FF2B5EF4-FFF2-40B4-BE49-F238E27FC236}">
                <a16:creationId xmlns:a16="http://schemas.microsoft.com/office/drawing/2014/main" id="{03BF7D3A-C8CB-DC60-1038-0D7742B9F4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0" y="0"/>
            <a:ext cx="2286000" cy="2286000"/>
          </a:xfrm>
          <a:prstGeom prst="rect">
            <a:avLst/>
          </a:prstGeom>
        </p:spPr>
      </p:pic>
      <p:pic>
        <p:nvPicPr>
          <p:cNvPr id="6" name="Graphic 5" descr="Brain with solid fill">
            <a:extLst>
              <a:ext uri="{FF2B5EF4-FFF2-40B4-BE49-F238E27FC236}">
                <a16:creationId xmlns:a16="http://schemas.microsoft.com/office/drawing/2014/main" id="{CA4D62BF-DEC6-0334-8987-CD1A604E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0" y="0"/>
            <a:ext cx="2286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3D754C27-EE6E-B76D-58C5-1DF8E5CF2BCE}"/>
              </a:ext>
            </a:extLst>
          </p:cNvPr>
          <p:cNvSpPr/>
          <p:nvPr/>
        </p:nvSpPr>
        <p:spPr>
          <a:xfrm>
            <a:off x="40034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95E71FB6-86C3-5D8B-0832-26E3EA849125}"/>
              </a:ext>
            </a:extLst>
          </p:cNvPr>
          <p:cNvSpPr/>
          <p:nvPr/>
        </p:nvSpPr>
        <p:spPr>
          <a:xfrm>
            <a:off x="53750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4F0930C7-3C3E-D294-3222-61D1329496A5}"/>
              </a:ext>
            </a:extLst>
          </p:cNvPr>
          <p:cNvSpPr/>
          <p:nvPr/>
        </p:nvSpPr>
        <p:spPr>
          <a:xfrm>
            <a:off x="67466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CF458069-0224-95D9-00BE-B534EA3C1C9B}"/>
              </a:ext>
            </a:extLst>
          </p:cNvPr>
          <p:cNvSpPr/>
          <p:nvPr/>
        </p:nvSpPr>
        <p:spPr>
          <a:xfrm>
            <a:off x="81182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505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9D96AF8B-28DD-1F9A-26E1-C4E8E5C34AA3}"/>
              </a:ext>
            </a:extLst>
          </p:cNvPr>
          <p:cNvSpPr/>
          <p:nvPr/>
        </p:nvSpPr>
        <p:spPr>
          <a:xfrm>
            <a:off x="423672" y="1115568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ultiplication Sign 2">
            <a:extLst>
              <a:ext uri="{FF2B5EF4-FFF2-40B4-BE49-F238E27FC236}">
                <a16:creationId xmlns:a16="http://schemas.microsoft.com/office/drawing/2014/main" id="{9A359F7C-42C3-BE77-C423-61ABEE7B80F1}"/>
              </a:ext>
            </a:extLst>
          </p:cNvPr>
          <p:cNvSpPr/>
          <p:nvPr/>
        </p:nvSpPr>
        <p:spPr>
          <a:xfrm>
            <a:off x="546608" y="1028192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ultiplication Sign 3">
            <a:extLst>
              <a:ext uri="{FF2B5EF4-FFF2-40B4-BE49-F238E27FC236}">
                <a16:creationId xmlns:a16="http://schemas.microsoft.com/office/drawing/2014/main" id="{D29C0198-CB97-2625-8427-FB7190F6EBC9}"/>
              </a:ext>
            </a:extLst>
          </p:cNvPr>
          <p:cNvSpPr/>
          <p:nvPr/>
        </p:nvSpPr>
        <p:spPr>
          <a:xfrm>
            <a:off x="593598" y="1173480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Multiplication Sign 6">
            <a:extLst>
              <a:ext uri="{FF2B5EF4-FFF2-40B4-BE49-F238E27FC236}">
                <a16:creationId xmlns:a16="http://schemas.microsoft.com/office/drawing/2014/main" id="{1221E184-C1A2-55E4-79FF-C8E9FA1D4EC8}"/>
              </a:ext>
            </a:extLst>
          </p:cNvPr>
          <p:cNvSpPr/>
          <p:nvPr/>
        </p:nvSpPr>
        <p:spPr>
          <a:xfrm>
            <a:off x="2052320" y="1097280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ultiplication Sign 7">
            <a:extLst>
              <a:ext uri="{FF2B5EF4-FFF2-40B4-BE49-F238E27FC236}">
                <a16:creationId xmlns:a16="http://schemas.microsoft.com/office/drawing/2014/main" id="{9A91ED6E-C6FA-523A-9A0B-C8D5760A7853}"/>
              </a:ext>
            </a:extLst>
          </p:cNvPr>
          <p:cNvSpPr/>
          <p:nvPr/>
        </p:nvSpPr>
        <p:spPr>
          <a:xfrm>
            <a:off x="2352040" y="863600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Multiplication Sign 8">
            <a:extLst>
              <a:ext uri="{FF2B5EF4-FFF2-40B4-BE49-F238E27FC236}">
                <a16:creationId xmlns:a16="http://schemas.microsoft.com/office/drawing/2014/main" id="{2EC84B82-01C1-4849-5818-1635E8E497CA}"/>
              </a:ext>
            </a:extLst>
          </p:cNvPr>
          <p:cNvSpPr/>
          <p:nvPr/>
        </p:nvSpPr>
        <p:spPr>
          <a:xfrm>
            <a:off x="2491232" y="1280160"/>
            <a:ext cx="182880" cy="18288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890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</TotalTime>
  <Words>0</Words>
  <Application>Microsoft Office PowerPoint</Application>
  <PresentationFormat>Custom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6</cp:revision>
  <dcterms:created xsi:type="dcterms:W3CDTF">2026-03-03T22:26:18Z</dcterms:created>
  <dcterms:modified xsi:type="dcterms:W3CDTF">2026-03-03T22:51:35Z</dcterms:modified>
</cp:coreProperties>
</file>