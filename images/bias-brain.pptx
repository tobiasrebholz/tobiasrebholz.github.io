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60" r:id="rId3"/>
    <p:sldId id="258" r:id="rId4"/>
    <p:sldId id="259" r:id="rId5"/>
  </p:sldIdLst>
  <p:sldSz cx="13716000" cy="228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909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-494" y="11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14500" y="374121"/>
            <a:ext cx="10287000" cy="795867"/>
          </a:xfrm>
        </p:spPr>
        <p:txBody>
          <a:bodyPr anchor="b"/>
          <a:lstStyle>
            <a:lvl1pPr algn="ctr"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14500" y="1200679"/>
            <a:ext cx="10287000" cy="551921"/>
          </a:xfrm>
        </p:spPr>
        <p:txBody>
          <a:bodyPr/>
          <a:lstStyle>
            <a:lvl1pPr marL="0" indent="0" algn="ctr">
              <a:buNone/>
              <a:defRPr sz="800"/>
            </a:lvl1pPr>
            <a:lvl2pPr marL="152385" indent="0" algn="ctr">
              <a:buNone/>
              <a:defRPr sz="667"/>
            </a:lvl2pPr>
            <a:lvl3pPr marL="304770" indent="0" algn="ctr">
              <a:buNone/>
              <a:defRPr sz="600"/>
            </a:lvl3pPr>
            <a:lvl4pPr marL="457154" indent="0" algn="ctr">
              <a:buNone/>
              <a:defRPr sz="533"/>
            </a:lvl4pPr>
            <a:lvl5pPr marL="609539" indent="0" algn="ctr">
              <a:buNone/>
              <a:defRPr sz="533"/>
            </a:lvl5pPr>
            <a:lvl6pPr marL="761924" indent="0" algn="ctr">
              <a:buNone/>
              <a:defRPr sz="533"/>
            </a:lvl6pPr>
            <a:lvl7pPr marL="914309" indent="0" algn="ctr">
              <a:buNone/>
              <a:defRPr sz="533"/>
            </a:lvl7pPr>
            <a:lvl8pPr marL="1066693" indent="0" algn="ctr">
              <a:buNone/>
              <a:defRPr sz="533"/>
            </a:lvl8pPr>
            <a:lvl9pPr marL="1219078" indent="0" algn="ctr">
              <a:buNone/>
              <a:defRPr sz="53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68712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6441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5831" y="569913"/>
            <a:ext cx="11830050" cy="950912"/>
          </a:xfrm>
        </p:spPr>
        <p:txBody>
          <a:bodyPr anchor="b"/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5831" y="1529821"/>
            <a:ext cx="11830050" cy="500062"/>
          </a:xfrm>
        </p:spPr>
        <p:txBody>
          <a:bodyPr/>
          <a:lstStyle>
            <a:lvl1pPr marL="0" indent="0">
              <a:buNone/>
              <a:defRPr sz="800">
                <a:solidFill>
                  <a:schemeClr val="tx1">
                    <a:tint val="82000"/>
                  </a:schemeClr>
                </a:solidFill>
              </a:defRPr>
            </a:lvl1pPr>
            <a:lvl2pPr marL="152385" indent="0">
              <a:buNone/>
              <a:defRPr sz="667">
                <a:solidFill>
                  <a:schemeClr val="tx1">
                    <a:tint val="82000"/>
                  </a:schemeClr>
                </a:solidFill>
              </a:defRPr>
            </a:lvl2pPr>
            <a:lvl3pPr marL="304770" indent="0">
              <a:buNone/>
              <a:defRPr sz="600">
                <a:solidFill>
                  <a:schemeClr val="tx1">
                    <a:tint val="82000"/>
                  </a:schemeClr>
                </a:solidFill>
              </a:defRPr>
            </a:lvl3pPr>
            <a:lvl4pPr marL="457154" indent="0">
              <a:buNone/>
              <a:defRPr sz="533">
                <a:solidFill>
                  <a:schemeClr val="tx1">
                    <a:tint val="82000"/>
                  </a:schemeClr>
                </a:solidFill>
              </a:defRPr>
            </a:lvl4pPr>
            <a:lvl5pPr marL="609539" indent="0">
              <a:buNone/>
              <a:defRPr sz="533">
                <a:solidFill>
                  <a:schemeClr val="tx1">
                    <a:tint val="82000"/>
                  </a:schemeClr>
                </a:solidFill>
              </a:defRPr>
            </a:lvl5pPr>
            <a:lvl6pPr marL="761924" indent="0">
              <a:buNone/>
              <a:defRPr sz="533">
                <a:solidFill>
                  <a:schemeClr val="tx1">
                    <a:tint val="82000"/>
                  </a:schemeClr>
                </a:solidFill>
              </a:defRPr>
            </a:lvl6pPr>
            <a:lvl7pPr marL="914309" indent="0">
              <a:buNone/>
              <a:defRPr sz="533">
                <a:solidFill>
                  <a:schemeClr val="tx1">
                    <a:tint val="82000"/>
                  </a:schemeClr>
                </a:solidFill>
              </a:defRPr>
            </a:lvl7pPr>
            <a:lvl8pPr marL="1066693" indent="0">
              <a:buNone/>
              <a:defRPr sz="533">
                <a:solidFill>
                  <a:schemeClr val="tx1">
                    <a:tint val="82000"/>
                  </a:schemeClr>
                </a:solidFill>
              </a:defRPr>
            </a:lvl8pPr>
            <a:lvl9pPr marL="1219078" indent="0">
              <a:buNone/>
              <a:defRPr sz="5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7394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2975" y="608542"/>
            <a:ext cx="5829300" cy="14504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43725" y="608542"/>
            <a:ext cx="5829300" cy="14504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2138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2" y="121709"/>
            <a:ext cx="11830050" cy="44185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4762" y="560388"/>
            <a:ext cx="5802510" cy="274637"/>
          </a:xfrm>
        </p:spPr>
        <p:txBody>
          <a:bodyPr anchor="b"/>
          <a:lstStyle>
            <a:lvl1pPr marL="0" indent="0">
              <a:buNone/>
              <a:defRPr sz="800" b="1"/>
            </a:lvl1pPr>
            <a:lvl2pPr marL="152385" indent="0">
              <a:buNone/>
              <a:defRPr sz="667" b="1"/>
            </a:lvl2pPr>
            <a:lvl3pPr marL="304770" indent="0">
              <a:buNone/>
              <a:defRPr sz="600" b="1"/>
            </a:lvl3pPr>
            <a:lvl4pPr marL="457154" indent="0">
              <a:buNone/>
              <a:defRPr sz="533" b="1"/>
            </a:lvl4pPr>
            <a:lvl5pPr marL="609539" indent="0">
              <a:buNone/>
              <a:defRPr sz="533" b="1"/>
            </a:lvl5pPr>
            <a:lvl6pPr marL="761924" indent="0">
              <a:buNone/>
              <a:defRPr sz="533" b="1"/>
            </a:lvl6pPr>
            <a:lvl7pPr marL="914309" indent="0">
              <a:buNone/>
              <a:defRPr sz="533" b="1"/>
            </a:lvl7pPr>
            <a:lvl8pPr marL="1066693" indent="0">
              <a:buNone/>
              <a:defRPr sz="533" b="1"/>
            </a:lvl8pPr>
            <a:lvl9pPr marL="1219078" indent="0">
              <a:buNone/>
              <a:defRPr sz="5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4762" y="835025"/>
            <a:ext cx="5802510" cy="12281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943725" y="560388"/>
            <a:ext cx="5831087" cy="274637"/>
          </a:xfrm>
        </p:spPr>
        <p:txBody>
          <a:bodyPr anchor="b"/>
          <a:lstStyle>
            <a:lvl1pPr marL="0" indent="0">
              <a:buNone/>
              <a:defRPr sz="800" b="1"/>
            </a:lvl1pPr>
            <a:lvl2pPr marL="152385" indent="0">
              <a:buNone/>
              <a:defRPr sz="667" b="1"/>
            </a:lvl2pPr>
            <a:lvl3pPr marL="304770" indent="0">
              <a:buNone/>
              <a:defRPr sz="600" b="1"/>
            </a:lvl3pPr>
            <a:lvl4pPr marL="457154" indent="0">
              <a:buNone/>
              <a:defRPr sz="533" b="1"/>
            </a:lvl4pPr>
            <a:lvl5pPr marL="609539" indent="0">
              <a:buNone/>
              <a:defRPr sz="533" b="1"/>
            </a:lvl5pPr>
            <a:lvl6pPr marL="761924" indent="0">
              <a:buNone/>
              <a:defRPr sz="533" b="1"/>
            </a:lvl6pPr>
            <a:lvl7pPr marL="914309" indent="0">
              <a:buNone/>
              <a:defRPr sz="533" b="1"/>
            </a:lvl7pPr>
            <a:lvl8pPr marL="1066693" indent="0">
              <a:buNone/>
              <a:defRPr sz="533" b="1"/>
            </a:lvl8pPr>
            <a:lvl9pPr marL="1219078" indent="0">
              <a:buNone/>
              <a:defRPr sz="5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943725" y="835025"/>
            <a:ext cx="5831087" cy="12281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3870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828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552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2" y="152400"/>
            <a:ext cx="4423767" cy="533400"/>
          </a:xfrm>
        </p:spPr>
        <p:txBody>
          <a:bodyPr anchor="b"/>
          <a:lstStyle>
            <a:lvl1pPr>
              <a:defRPr sz="10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31087" y="329142"/>
            <a:ext cx="6943725" cy="1624542"/>
          </a:xfrm>
        </p:spPr>
        <p:txBody>
          <a:bodyPr/>
          <a:lstStyle>
            <a:lvl1pPr>
              <a:defRPr sz="1067"/>
            </a:lvl1pPr>
            <a:lvl2pPr>
              <a:defRPr sz="933"/>
            </a:lvl2pPr>
            <a:lvl3pPr>
              <a:defRPr sz="800"/>
            </a:lvl3pPr>
            <a:lvl4pPr>
              <a:defRPr sz="667"/>
            </a:lvl4pPr>
            <a:lvl5pPr>
              <a:defRPr sz="667"/>
            </a:lvl5pPr>
            <a:lvl6pPr>
              <a:defRPr sz="667"/>
            </a:lvl6pPr>
            <a:lvl7pPr>
              <a:defRPr sz="667"/>
            </a:lvl7pPr>
            <a:lvl8pPr>
              <a:defRPr sz="667"/>
            </a:lvl8pPr>
            <a:lvl9pPr>
              <a:defRPr sz="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2" y="685800"/>
            <a:ext cx="4423767" cy="1270529"/>
          </a:xfrm>
        </p:spPr>
        <p:txBody>
          <a:bodyPr/>
          <a:lstStyle>
            <a:lvl1pPr marL="0" indent="0">
              <a:buNone/>
              <a:defRPr sz="533"/>
            </a:lvl1pPr>
            <a:lvl2pPr marL="152385" indent="0">
              <a:buNone/>
              <a:defRPr sz="467"/>
            </a:lvl2pPr>
            <a:lvl3pPr marL="304770" indent="0">
              <a:buNone/>
              <a:defRPr sz="400"/>
            </a:lvl3pPr>
            <a:lvl4pPr marL="457154" indent="0">
              <a:buNone/>
              <a:defRPr sz="333"/>
            </a:lvl4pPr>
            <a:lvl5pPr marL="609539" indent="0">
              <a:buNone/>
              <a:defRPr sz="333"/>
            </a:lvl5pPr>
            <a:lvl6pPr marL="761924" indent="0">
              <a:buNone/>
              <a:defRPr sz="333"/>
            </a:lvl6pPr>
            <a:lvl7pPr marL="914309" indent="0">
              <a:buNone/>
              <a:defRPr sz="333"/>
            </a:lvl7pPr>
            <a:lvl8pPr marL="1066693" indent="0">
              <a:buNone/>
              <a:defRPr sz="333"/>
            </a:lvl8pPr>
            <a:lvl9pPr marL="1219078" indent="0">
              <a:buNone/>
              <a:defRPr sz="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0501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2" y="152400"/>
            <a:ext cx="4423767" cy="533400"/>
          </a:xfrm>
        </p:spPr>
        <p:txBody>
          <a:bodyPr anchor="b"/>
          <a:lstStyle>
            <a:lvl1pPr>
              <a:defRPr sz="10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831087" y="329142"/>
            <a:ext cx="6943725" cy="1624542"/>
          </a:xfrm>
        </p:spPr>
        <p:txBody>
          <a:bodyPr anchor="t"/>
          <a:lstStyle>
            <a:lvl1pPr marL="0" indent="0">
              <a:buNone/>
              <a:defRPr sz="1067"/>
            </a:lvl1pPr>
            <a:lvl2pPr marL="152385" indent="0">
              <a:buNone/>
              <a:defRPr sz="933"/>
            </a:lvl2pPr>
            <a:lvl3pPr marL="304770" indent="0">
              <a:buNone/>
              <a:defRPr sz="800"/>
            </a:lvl3pPr>
            <a:lvl4pPr marL="457154" indent="0">
              <a:buNone/>
              <a:defRPr sz="667"/>
            </a:lvl4pPr>
            <a:lvl5pPr marL="609539" indent="0">
              <a:buNone/>
              <a:defRPr sz="667"/>
            </a:lvl5pPr>
            <a:lvl6pPr marL="761924" indent="0">
              <a:buNone/>
              <a:defRPr sz="667"/>
            </a:lvl6pPr>
            <a:lvl7pPr marL="914309" indent="0">
              <a:buNone/>
              <a:defRPr sz="667"/>
            </a:lvl7pPr>
            <a:lvl8pPr marL="1066693" indent="0">
              <a:buNone/>
              <a:defRPr sz="667"/>
            </a:lvl8pPr>
            <a:lvl9pPr marL="1219078" indent="0">
              <a:buNone/>
              <a:defRPr sz="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2" y="685800"/>
            <a:ext cx="4423767" cy="1270529"/>
          </a:xfrm>
        </p:spPr>
        <p:txBody>
          <a:bodyPr/>
          <a:lstStyle>
            <a:lvl1pPr marL="0" indent="0">
              <a:buNone/>
              <a:defRPr sz="533"/>
            </a:lvl1pPr>
            <a:lvl2pPr marL="152385" indent="0">
              <a:buNone/>
              <a:defRPr sz="467"/>
            </a:lvl2pPr>
            <a:lvl3pPr marL="304770" indent="0">
              <a:buNone/>
              <a:defRPr sz="400"/>
            </a:lvl3pPr>
            <a:lvl4pPr marL="457154" indent="0">
              <a:buNone/>
              <a:defRPr sz="333"/>
            </a:lvl4pPr>
            <a:lvl5pPr marL="609539" indent="0">
              <a:buNone/>
              <a:defRPr sz="333"/>
            </a:lvl5pPr>
            <a:lvl6pPr marL="761924" indent="0">
              <a:buNone/>
              <a:defRPr sz="333"/>
            </a:lvl6pPr>
            <a:lvl7pPr marL="914309" indent="0">
              <a:buNone/>
              <a:defRPr sz="333"/>
            </a:lvl7pPr>
            <a:lvl8pPr marL="1066693" indent="0">
              <a:buNone/>
              <a:defRPr sz="333"/>
            </a:lvl8pPr>
            <a:lvl9pPr marL="1219078" indent="0">
              <a:buNone/>
              <a:defRPr sz="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8458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0921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15512" y="121709"/>
            <a:ext cx="2957513" cy="19372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42975" y="121709"/>
            <a:ext cx="8701088" cy="19372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826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2975" y="121709"/>
            <a:ext cx="11830050" cy="4418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2975" y="608542"/>
            <a:ext cx="11830050" cy="14504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42975" y="2118784"/>
            <a:ext cx="3086100" cy="1217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700A39-06E1-486D-9C71-A159ABBEACA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43425" y="2118784"/>
            <a:ext cx="4629150" cy="1217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686925" y="2118784"/>
            <a:ext cx="3086100" cy="1217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87653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04770" rtl="0" eaLnBrk="1" latinLnBrk="0" hangingPunct="1">
        <a:lnSpc>
          <a:spcPct val="90000"/>
        </a:lnSpc>
        <a:spcBef>
          <a:spcPct val="0"/>
        </a:spcBef>
        <a:buNone/>
        <a:defRPr sz="14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6192" indent="-76192" algn="l" defTabSz="30477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933" kern="1200">
          <a:solidFill>
            <a:schemeClr val="tx1"/>
          </a:solidFill>
          <a:latin typeface="+mn-lt"/>
          <a:ea typeface="+mn-ea"/>
          <a:cs typeface="+mn-cs"/>
        </a:defRPr>
      </a:lvl1pPr>
      <a:lvl2pPr marL="228577" indent="-76192" algn="l" defTabSz="30477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2pPr>
      <a:lvl3pPr marL="380962" indent="-76192" algn="l" defTabSz="30477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667" kern="1200">
          <a:solidFill>
            <a:schemeClr val="tx1"/>
          </a:solidFill>
          <a:latin typeface="+mn-lt"/>
          <a:ea typeface="+mn-ea"/>
          <a:cs typeface="+mn-cs"/>
        </a:defRPr>
      </a:lvl3pPr>
      <a:lvl4pPr marL="533347" indent="-76192" algn="l" defTabSz="30477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4pPr>
      <a:lvl5pPr marL="685731" indent="-76192" algn="l" defTabSz="30477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5pPr>
      <a:lvl6pPr marL="838116" indent="-76192" algn="l" defTabSz="30477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6pPr>
      <a:lvl7pPr marL="990501" indent="-76192" algn="l" defTabSz="30477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7pPr>
      <a:lvl8pPr marL="1142886" indent="-76192" algn="l" defTabSz="30477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8pPr>
      <a:lvl9pPr marL="1295270" indent="-76192" algn="l" defTabSz="30477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4770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1pPr>
      <a:lvl2pPr marL="152385" algn="l" defTabSz="304770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2pPr>
      <a:lvl3pPr marL="304770" algn="l" defTabSz="304770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3pPr>
      <a:lvl4pPr marL="457154" algn="l" defTabSz="304770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4pPr>
      <a:lvl5pPr marL="609539" algn="l" defTabSz="304770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5pPr>
      <a:lvl6pPr marL="761924" algn="l" defTabSz="304770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6pPr>
      <a:lvl7pPr marL="914309" algn="l" defTabSz="304770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7pPr>
      <a:lvl8pPr marL="1066693" algn="l" defTabSz="304770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8pPr>
      <a:lvl9pPr marL="1219078" algn="l" defTabSz="304770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 descr="Brain with solid fill">
            <a:extLst>
              <a:ext uri="{FF2B5EF4-FFF2-40B4-BE49-F238E27FC236}">
                <a16:creationId xmlns:a16="http://schemas.microsoft.com/office/drawing/2014/main" id="{813285C2-36D4-73C7-CFCB-2228081418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7978" y="0"/>
            <a:ext cx="2286000" cy="2286000"/>
          </a:xfrm>
          <a:prstGeom prst="rect">
            <a:avLst/>
          </a:prstGeom>
        </p:spPr>
      </p:pic>
      <p:pic>
        <p:nvPicPr>
          <p:cNvPr id="4" name="Graphic 3" descr="Brain with solid fill">
            <a:extLst>
              <a:ext uri="{FF2B5EF4-FFF2-40B4-BE49-F238E27FC236}">
                <a16:creationId xmlns:a16="http://schemas.microsoft.com/office/drawing/2014/main" id="{550A103D-1F46-3845-112F-5720B35A05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66784" y="0"/>
            <a:ext cx="2286000" cy="2286000"/>
          </a:xfrm>
          <a:prstGeom prst="rect">
            <a:avLst/>
          </a:prstGeom>
        </p:spPr>
      </p:pic>
      <p:pic>
        <p:nvPicPr>
          <p:cNvPr id="5" name="Graphic 4" descr="Brain with solid fill">
            <a:extLst>
              <a:ext uri="{FF2B5EF4-FFF2-40B4-BE49-F238E27FC236}">
                <a16:creationId xmlns:a16="http://schemas.microsoft.com/office/drawing/2014/main" id="{F875E4C9-25C3-7D12-D70A-1B3FF8F526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63216" y="0"/>
            <a:ext cx="2286000" cy="2286000"/>
          </a:xfrm>
          <a:prstGeom prst="rect">
            <a:avLst/>
          </a:prstGeom>
        </p:spPr>
      </p:pic>
      <p:pic>
        <p:nvPicPr>
          <p:cNvPr id="6" name="Graphic 5" descr="Brain with solid fill">
            <a:extLst>
              <a:ext uri="{FF2B5EF4-FFF2-40B4-BE49-F238E27FC236}">
                <a16:creationId xmlns:a16="http://schemas.microsoft.com/office/drawing/2014/main" id="{5135C67E-B164-E71B-A13F-108C7B472D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12022" y="0"/>
            <a:ext cx="2286000" cy="2286000"/>
          </a:xfrm>
          <a:prstGeom prst="rect">
            <a:avLst/>
          </a:prstGeom>
        </p:spPr>
      </p:pic>
      <p:sp>
        <p:nvSpPr>
          <p:cNvPr id="17" name="Flowchart: Connector 16">
            <a:extLst>
              <a:ext uri="{FF2B5EF4-FFF2-40B4-BE49-F238E27FC236}">
                <a16:creationId xmlns:a16="http://schemas.microsoft.com/office/drawing/2014/main" id="{E0C2AF85-E563-C224-EA74-EE8D1B92A53D}"/>
              </a:ext>
            </a:extLst>
          </p:cNvPr>
          <p:cNvSpPr/>
          <p:nvPr/>
        </p:nvSpPr>
        <p:spPr>
          <a:xfrm>
            <a:off x="1523024" y="640080"/>
            <a:ext cx="1005840" cy="100584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lowchart: Connector 17">
            <a:extLst>
              <a:ext uri="{FF2B5EF4-FFF2-40B4-BE49-F238E27FC236}">
                <a16:creationId xmlns:a16="http://schemas.microsoft.com/office/drawing/2014/main" id="{B1652A51-ABC1-3D99-FDEF-FAE924D8D12B}"/>
              </a:ext>
            </a:extLst>
          </p:cNvPr>
          <p:cNvSpPr/>
          <p:nvPr/>
        </p:nvSpPr>
        <p:spPr>
          <a:xfrm>
            <a:off x="1660184" y="777240"/>
            <a:ext cx="731520" cy="73152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lowchart: Connector 18">
            <a:extLst>
              <a:ext uri="{FF2B5EF4-FFF2-40B4-BE49-F238E27FC236}">
                <a16:creationId xmlns:a16="http://schemas.microsoft.com/office/drawing/2014/main" id="{B9156E2F-3CDF-F7FA-8F5C-494E73C228CF}"/>
              </a:ext>
            </a:extLst>
          </p:cNvPr>
          <p:cNvSpPr/>
          <p:nvPr/>
        </p:nvSpPr>
        <p:spPr>
          <a:xfrm>
            <a:off x="1797344" y="914400"/>
            <a:ext cx="457200" cy="45720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lowchart: Connector 19">
            <a:extLst>
              <a:ext uri="{FF2B5EF4-FFF2-40B4-BE49-F238E27FC236}">
                <a16:creationId xmlns:a16="http://schemas.microsoft.com/office/drawing/2014/main" id="{59765092-8B35-764B-7834-89D090D1D67E}"/>
              </a:ext>
            </a:extLst>
          </p:cNvPr>
          <p:cNvSpPr/>
          <p:nvPr/>
        </p:nvSpPr>
        <p:spPr>
          <a:xfrm>
            <a:off x="1934504" y="1051560"/>
            <a:ext cx="182880" cy="18288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lowchart: Connector 20">
            <a:extLst>
              <a:ext uri="{FF2B5EF4-FFF2-40B4-BE49-F238E27FC236}">
                <a16:creationId xmlns:a16="http://schemas.microsoft.com/office/drawing/2014/main" id="{E824B8C7-9CB3-F694-8F3F-A7173405002F}"/>
              </a:ext>
            </a:extLst>
          </p:cNvPr>
          <p:cNvSpPr/>
          <p:nvPr/>
        </p:nvSpPr>
        <p:spPr>
          <a:xfrm>
            <a:off x="4769144" y="640080"/>
            <a:ext cx="1005840" cy="100584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lowchart: Connector 21">
            <a:extLst>
              <a:ext uri="{FF2B5EF4-FFF2-40B4-BE49-F238E27FC236}">
                <a16:creationId xmlns:a16="http://schemas.microsoft.com/office/drawing/2014/main" id="{99504568-EC96-E574-222A-F202BF85DFCF}"/>
              </a:ext>
            </a:extLst>
          </p:cNvPr>
          <p:cNvSpPr/>
          <p:nvPr/>
        </p:nvSpPr>
        <p:spPr>
          <a:xfrm>
            <a:off x="4906304" y="777240"/>
            <a:ext cx="731520" cy="73152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lowchart: Connector 22">
            <a:extLst>
              <a:ext uri="{FF2B5EF4-FFF2-40B4-BE49-F238E27FC236}">
                <a16:creationId xmlns:a16="http://schemas.microsoft.com/office/drawing/2014/main" id="{A3A825FD-DE8D-A026-C086-97C3EB490050}"/>
              </a:ext>
            </a:extLst>
          </p:cNvPr>
          <p:cNvSpPr/>
          <p:nvPr/>
        </p:nvSpPr>
        <p:spPr>
          <a:xfrm>
            <a:off x="5043464" y="914400"/>
            <a:ext cx="457200" cy="45720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lowchart: Connector 23">
            <a:extLst>
              <a:ext uri="{FF2B5EF4-FFF2-40B4-BE49-F238E27FC236}">
                <a16:creationId xmlns:a16="http://schemas.microsoft.com/office/drawing/2014/main" id="{999038F0-BDF4-AA97-C493-844CC90669BD}"/>
              </a:ext>
            </a:extLst>
          </p:cNvPr>
          <p:cNvSpPr/>
          <p:nvPr/>
        </p:nvSpPr>
        <p:spPr>
          <a:xfrm>
            <a:off x="5180624" y="1051560"/>
            <a:ext cx="182880" cy="18288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lowchart: Connector 24">
            <a:extLst>
              <a:ext uri="{FF2B5EF4-FFF2-40B4-BE49-F238E27FC236}">
                <a16:creationId xmlns:a16="http://schemas.microsoft.com/office/drawing/2014/main" id="{01C409A0-8384-96E6-9BD7-D99488D75713}"/>
              </a:ext>
            </a:extLst>
          </p:cNvPr>
          <p:cNvSpPr/>
          <p:nvPr/>
        </p:nvSpPr>
        <p:spPr>
          <a:xfrm>
            <a:off x="8071144" y="640080"/>
            <a:ext cx="1005840" cy="100584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lowchart: Connector 25">
            <a:extLst>
              <a:ext uri="{FF2B5EF4-FFF2-40B4-BE49-F238E27FC236}">
                <a16:creationId xmlns:a16="http://schemas.microsoft.com/office/drawing/2014/main" id="{7A8E75F7-7413-9197-DAC5-EFCDC4F68253}"/>
              </a:ext>
            </a:extLst>
          </p:cNvPr>
          <p:cNvSpPr/>
          <p:nvPr/>
        </p:nvSpPr>
        <p:spPr>
          <a:xfrm>
            <a:off x="8208304" y="777240"/>
            <a:ext cx="731520" cy="73152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lowchart: Connector 26">
            <a:extLst>
              <a:ext uri="{FF2B5EF4-FFF2-40B4-BE49-F238E27FC236}">
                <a16:creationId xmlns:a16="http://schemas.microsoft.com/office/drawing/2014/main" id="{6FFE8951-B64B-DF1E-9BC4-67CBB2907AB4}"/>
              </a:ext>
            </a:extLst>
          </p:cNvPr>
          <p:cNvSpPr/>
          <p:nvPr/>
        </p:nvSpPr>
        <p:spPr>
          <a:xfrm>
            <a:off x="8345464" y="914400"/>
            <a:ext cx="457200" cy="45720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lowchart: Connector 27">
            <a:extLst>
              <a:ext uri="{FF2B5EF4-FFF2-40B4-BE49-F238E27FC236}">
                <a16:creationId xmlns:a16="http://schemas.microsoft.com/office/drawing/2014/main" id="{F41F1353-97F8-4E1C-4E27-2C10DF48AA20}"/>
              </a:ext>
            </a:extLst>
          </p:cNvPr>
          <p:cNvSpPr/>
          <p:nvPr/>
        </p:nvSpPr>
        <p:spPr>
          <a:xfrm>
            <a:off x="8482624" y="1051560"/>
            <a:ext cx="182880" cy="18288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lowchart: Connector 28">
            <a:extLst>
              <a:ext uri="{FF2B5EF4-FFF2-40B4-BE49-F238E27FC236}">
                <a16:creationId xmlns:a16="http://schemas.microsoft.com/office/drawing/2014/main" id="{8A22E39B-325D-DA3C-730B-9716294F300B}"/>
              </a:ext>
            </a:extLst>
          </p:cNvPr>
          <p:cNvSpPr/>
          <p:nvPr/>
        </p:nvSpPr>
        <p:spPr>
          <a:xfrm>
            <a:off x="11326227" y="640080"/>
            <a:ext cx="1005840" cy="100584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lowchart: Connector 29">
            <a:extLst>
              <a:ext uri="{FF2B5EF4-FFF2-40B4-BE49-F238E27FC236}">
                <a16:creationId xmlns:a16="http://schemas.microsoft.com/office/drawing/2014/main" id="{CB971316-1BF2-077D-14A3-0E49B9D91CDC}"/>
              </a:ext>
            </a:extLst>
          </p:cNvPr>
          <p:cNvSpPr/>
          <p:nvPr/>
        </p:nvSpPr>
        <p:spPr>
          <a:xfrm>
            <a:off x="11463387" y="777240"/>
            <a:ext cx="731520" cy="73152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lowchart: Connector 30">
            <a:extLst>
              <a:ext uri="{FF2B5EF4-FFF2-40B4-BE49-F238E27FC236}">
                <a16:creationId xmlns:a16="http://schemas.microsoft.com/office/drawing/2014/main" id="{77F3A0EB-E5E3-F8BE-A50C-8AB835A62E65}"/>
              </a:ext>
            </a:extLst>
          </p:cNvPr>
          <p:cNvSpPr/>
          <p:nvPr/>
        </p:nvSpPr>
        <p:spPr>
          <a:xfrm>
            <a:off x="11600547" y="914400"/>
            <a:ext cx="457200" cy="45720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lowchart: Connector 31">
            <a:extLst>
              <a:ext uri="{FF2B5EF4-FFF2-40B4-BE49-F238E27FC236}">
                <a16:creationId xmlns:a16="http://schemas.microsoft.com/office/drawing/2014/main" id="{AB070A1B-FD56-BCF9-0F69-20F03724FECA}"/>
              </a:ext>
            </a:extLst>
          </p:cNvPr>
          <p:cNvSpPr/>
          <p:nvPr/>
        </p:nvSpPr>
        <p:spPr>
          <a:xfrm>
            <a:off x="11737707" y="1051560"/>
            <a:ext cx="182880" cy="18288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Multiplication Sign 32">
            <a:extLst>
              <a:ext uri="{FF2B5EF4-FFF2-40B4-BE49-F238E27FC236}">
                <a16:creationId xmlns:a16="http://schemas.microsoft.com/office/drawing/2014/main" id="{352279F5-2DAB-06F3-B569-F5610B0A9773}"/>
              </a:ext>
            </a:extLst>
          </p:cNvPr>
          <p:cNvSpPr/>
          <p:nvPr/>
        </p:nvSpPr>
        <p:spPr>
          <a:xfrm>
            <a:off x="1923074" y="1097280"/>
            <a:ext cx="91440" cy="9144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Multiplication Sign 33">
            <a:extLst>
              <a:ext uri="{FF2B5EF4-FFF2-40B4-BE49-F238E27FC236}">
                <a16:creationId xmlns:a16="http://schemas.microsoft.com/office/drawing/2014/main" id="{737B2C3F-9B34-0858-2BA9-3A42ABC40C43}"/>
              </a:ext>
            </a:extLst>
          </p:cNvPr>
          <p:cNvSpPr/>
          <p:nvPr/>
        </p:nvSpPr>
        <p:spPr>
          <a:xfrm>
            <a:off x="2009434" y="1046480"/>
            <a:ext cx="91440" cy="9144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Multiplication Sign 34">
            <a:extLst>
              <a:ext uri="{FF2B5EF4-FFF2-40B4-BE49-F238E27FC236}">
                <a16:creationId xmlns:a16="http://schemas.microsoft.com/office/drawing/2014/main" id="{75CD8FB3-1E19-22EF-171D-CC2007A56D5F}"/>
              </a:ext>
            </a:extLst>
          </p:cNvPr>
          <p:cNvSpPr/>
          <p:nvPr/>
        </p:nvSpPr>
        <p:spPr>
          <a:xfrm>
            <a:off x="2025944" y="1143000"/>
            <a:ext cx="91440" cy="9144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Multiplication Sign 35">
            <a:extLst>
              <a:ext uri="{FF2B5EF4-FFF2-40B4-BE49-F238E27FC236}">
                <a16:creationId xmlns:a16="http://schemas.microsoft.com/office/drawing/2014/main" id="{11F975D0-9452-3BB7-7CCC-CCCF795F5C14}"/>
              </a:ext>
            </a:extLst>
          </p:cNvPr>
          <p:cNvSpPr/>
          <p:nvPr/>
        </p:nvSpPr>
        <p:spPr>
          <a:xfrm>
            <a:off x="5033304" y="1097280"/>
            <a:ext cx="91440" cy="9144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Multiplication Sign 36">
            <a:extLst>
              <a:ext uri="{FF2B5EF4-FFF2-40B4-BE49-F238E27FC236}">
                <a16:creationId xmlns:a16="http://schemas.microsoft.com/office/drawing/2014/main" id="{1F489CF5-B9CF-CD06-9B3A-094A017D4A98}"/>
              </a:ext>
            </a:extLst>
          </p:cNvPr>
          <p:cNvSpPr/>
          <p:nvPr/>
        </p:nvSpPr>
        <p:spPr>
          <a:xfrm>
            <a:off x="5272064" y="894080"/>
            <a:ext cx="91440" cy="9144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Multiplication Sign 37">
            <a:extLst>
              <a:ext uri="{FF2B5EF4-FFF2-40B4-BE49-F238E27FC236}">
                <a16:creationId xmlns:a16="http://schemas.microsoft.com/office/drawing/2014/main" id="{AFAD919D-7A66-0E46-9926-51BA5F0D9FEC}"/>
              </a:ext>
            </a:extLst>
          </p:cNvPr>
          <p:cNvSpPr/>
          <p:nvPr/>
        </p:nvSpPr>
        <p:spPr>
          <a:xfrm>
            <a:off x="5364774" y="1270000"/>
            <a:ext cx="91440" cy="9144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Multiplication Sign 38">
            <a:extLst>
              <a:ext uri="{FF2B5EF4-FFF2-40B4-BE49-F238E27FC236}">
                <a16:creationId xmlns:a16="http://schemas.microsoft.com/office/drawing/2014/main" id="{CEE1822B-8DB9-9781-76AD-F48BC302DE76}"/>
              </a:ext>
            </a:extLst>
          </p:cNvPr>
          <p:cNvSpPr/>
          <p:nvPr/>
        </p:nvSpPr>
        <p:spPr>
          <a:xfrm>
            <a:off x="11318901" y="1252220"/>
            <a:ext cx="91440" cy="9144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Multiplication Sign 39">
            <a:extLst>
              <a:ext uri="{FF2B5EF4-FFF2-40B4-BE49-F238E27FC236}">
                <a16:creationId xmlns:a16="http://schemas.microsoft.com/office/drawing/2014/main" id="{82AADA0D-A116-08DC-3F10-FBABF964B99C}"/>
              </a:ext>
            </a:extLst>
          </p:cNvPr>
          <p:cNvSpPr/>
          <p:nvPr/>
        </p:nvSpPr>
        <p:spPr>
          <a:xfrm>
            <a:off x="11557661" y="1049020"/>
            <a:ext cx="91440" cy="9144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2F89EAAB-A7E0-CBA7-7DFE-DD99B159B5F5}"/>
              </a:ext>
            </a:extLst>
          </p:cNvPr>
          <p:cNvSpPr/>
          <p:nvPr/>
        </p:nvSpPr>
        <p:spPr>
          <a:xfrm>
            <a:off x="11650371" y="1424940"/>
            <a:ext cx="91440" cy="9144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Multiplication Sign 41">
            <a:extLst>
              <a:ext uri="{FF2B5EF4-FFF2-40B4-BE49-F238E27FC236}">
                <a16:creationId xmlns:a16="http://schemas.microsoft.com/office/drawing/2014/main" id="{47AE80E3-811E-7B76-8159-A8E45A6BBED6}"/>
              </a:ext>
            </a:extLst>
          </p:cNvPr>
          <p:cNvSpPr/>
          <p:nvPr/>
        </p:nvSpPr>
        <p:spPr>
          <a:xfrm>
            <a:off x="8200978" y="1290320"/>
            <a:ext cx="91440" cy="9144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Multiplication Sign 42">
            <a:extLst>
              <a:ext uri="{FF2B5EF4-FFF2-40B4-BE49-F238E27FC236}">
                <a16:creationId xmlns:a16="http://schemas.microsoft.com/office/drawing/2014/main" id="{D97AA53B-0A59-1A4B-5C73-D2B18B065EB7}"/>
              </a:ext>
            </a:extLst>
          </p:cNvPr>
          <p:cNvSpPr/>
          <p:nvPr/>
        </p:nvSpPr>
        <p:spPr>
          <a:xfrm>
            <a:off x="8287338" y="1239520"/>
            <a:ext cx="91440" cy="9144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Multiplication Sign 43">
            <a:extLst>
              <a:ext uri="{FF2B5EF4-FFF2-40B4-BE49-F238E27FC236}">
                <a16:creationId xmlns:a16="http://schemas.microsoft.com/office/drawing/2014/main" id="{C3A96F20-044D-A125-1A7F-2A7D1003558D}"/>
              </a:ext>
            </a:extLst>
          </p:cNvPr>
          <p:cNvSpPr/>
          <p:nvPr/>
        </p:nvSpPr>
        <p:spPr>
          <a:xfrm>
            <a:off x="8303848" y="1336040"/>
            <a:ext cx="91440" cy="9144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3098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89AFF-8ED7-2BF2-DBD5-540CA3558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 descr="Brain with solid fill">
            <a:extLst>
              <a:ext uri="{FF2B5EF4-FFF2-40B4-BE49-F238E27FC236}">
                <a16:creationId xmlns:a16="http://schemas.microsoft.com/office/drawing/2014/main" id="{F40512E1-18F1-48D9-0C77-CC46D81D56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7978" y="0"/>
            <a:ext cx="2286000" cy="2286000"/>
          </a:xfrm>
          <a:prstGeom prst="rect">
            <a:avLst/>
          </a:prstGeom>
        </p:spPr>
      </p:pic>
      <p:pic>
        <p:nvPicPr>
          <p:cNvPr id="4" name="Graphic 3" descr="Brain with solid fill">
            <a:extLst>
              <a:ext uri="{FF2B5EF4-FFF2-40B4-BE49-F238E27FC236}">
                <a16:creationId xmlns:a16="http://schemas.microsoft.com/office/drawing/2014/main" id="{C6C6E129-0C54-34C6-B82B-8D65003FD6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66784" y="0"/>
            <a:ext cx="2286000" cy="2286000"/>
          </a:xfrm>
          <a:prstGeom prst="rect">
            <a:avLst/>
          </a:prstGeom>
        </p:spPr>
      </p:pic>
      <p:pic>
        <p:nvPicPr>
          <p:cNvPr id="5" name="Graphic 4" descr="Brain with solid fill">
            <a:extLst>
              <a:ext uri="{FF2B5EF4-FFF2-40B4-BE49-F238E27FC236}">
                <a16:creationId xmlns:a16="http://schemas.microsoft.com/office/drawing/2014/main" id="{03BF7D3A-C8CB-DC60-1038-0D7742B9F4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63216" y="0"/>
            <a:ext cx="2286000" cy="2286000"/>
          </a:xfrm>
          <a:prstGeom prst="rect">
            <a:avLst/>
          </a:prstGeom>
        </p:spPr>
      </p:pic>
      <p:pic>
        <p:nvPicPr>
          <p:cNvPr id="6" name="Graphic 5" descr="Brain with solid fill">
            <a:extLst>
              <a:ext uri="{FF2B5EF4-FFF2-40B4-BE49-F238E27FC236}">
                <a16:creationId xmlns:a16="http://schemas.microsoft.com/office/drawing/2014/main" id="{CA4D62BF-DEC6-0334-8987-CD1A604E09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12022" y="0"/>
            <a:ext cx="2286000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1930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lowchart: Connector 6">
            <a:extLst>
              <a:ext uri="{FF2B5EF4-FFF2-40B4-BE49-F238E27FC236}">
                <a16:creationId xmlns:a16="http://schemas.microsoft.com/office/drawing/2014/main" id="{3D754C27-EE6E-B76D-58C5-1DF8E5CF2BCE}"/>
              </a:ext>
            </a:extLst>
          </p:cNvPr>
          <p:cNvSpPr/>
          <p:nvPr/>
        </p:nvSpPr>
        <p:spPr>
          <a:xfrm>
            <a:off x="2686344" y="640080"/>
            <a:ext cx="1005840" cy="100584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lowchart: Connector 7">
            <a:extLst>
              <a:ext uri="{FF2B5EF4-FFF2-40B4-BE49-F238E27FC236}">
                <a16:creationId xmlns:a16="http://schemas.microsoft.com/office/drawing/2014/main" id="{95E71FB6-86C3-5D8B-0832-26E3EA849125}"/>
              </a:ext>
            </a:extLst>
          </p:cNvPr>
          <p:cNvSpPr/>
          <p:nvPr/>
        </p:nvSpPr>
        <p:spPr>
          <a:xfrm>
            <a:off x="2823504" y="777240"/>
            <a:ext cx="731520" cy="73152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lowchart: Connector 8">
            <a:extLst>
              <a:ext uri="{FF2B5EF4-FFF2-40B4-BE49-F238E27FC236}">
                <a16:creationId xmlns:a16="http://schemas.microsoft.com/office/drawing/2014/main" id="{4F0930C7-3C3E-D294-3222-61D1329496A5}"/>
              </a:ext>
            </a:extLst>
          </p:cNvPr>
          <p:cNvSpPr/>
          <p:nvPr/>
        </p:nvSpPr>
        <p:spPr>
          <a:xfrm>
            <a:off x="2960664" y="914400"/>
            <a:ext cx="457200" cy="45720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lowchart: Connector 9">
            <a:extLst>
              <a:ext uri="{FF2B5EF4-FFF2-40B4-BE49-F238E27FC236}">
                <a16:creationId xmlns:a16="http://schemas.microsoft.com/office/drawing/2014/main" id="{CF458069-0224-95D9-00BE-B534EA3C1C9B}"/>
              </a:ext>
            </a:extLst>
          </p:cNvPr>
          <p:cNvSpPr/>
          <p:nvPr/>
        </p:nvSpPr>
        <p:spPr>
          <a:xfrm>
            <a:off x="3097824" y="1051560"/>
            <a:ext cx="182880" cy="18288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5054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ultiplication Sign 1">
            <a:extLst>
              <a:ext uri="{FF2B5EF4-FFF2-40B4-BE49-F238E27FC236}">
                <a16:creationId xmlns:a16="http://schemas.microsoft.com/office/drawing/2014/main" id="{9D96AF8B-28DD-1F9A-26E1-C4E8E5C34AA3}"/>
              </a:ext>
            </a:extLst>
          </p:cNvPr>
          <p:cNvSpPr/>
          <p:nvPr/>
        </p:nvSpPr>
        <p:spPr>
          <a:xfrm>
            <a:off x="1322070" y="1097280"/>
            <a:ext cx="91440" cy="9144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Multiplication Sign 2">
            <a:extLst>
              <a:ext uri="{FF2B5EF4-FFF2-40B4-BE49-F238E27FC236}">
                <a16:creationId xmlns:a16="http://schemas.microsoft.com/office/drawing/2014/main" id="{9A359F7C-42C3-BE77-C423-61ABEE7B80F1}"/>
              </a:ext>
            </a:extLst>
          </p:cNvPr>
          <p:cNvSpPr/>
          <p:nvPr/>
        </p:nvSpPr>
        <p:spPr>
          <a:xfrm>
            <a:off x="1408430" y="1046480"/>
            <a:ext cx="91440" cy="9144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Multiplication Sign 3">
            <a:extLst>
              <a:ext uri="{FF2B5EF4-FFF2-40B4-BE49-F238E27FC236}">
                <a16:creationId xmlns:a16="http://schemas.microsoft.com/office/drawing/2014/main" id="{D29C0198-CB97-2625-8427-FB7190F6EBC9}"/>
              </a:ext>
            </a:extLst>
          </p:cNvPr>
          <p:cNvSpPr/>
          <p:nvPr/>
        </p:nvSpPr>
        <p:spPr>
          <a:xfrm>
            <a:off x="1424940" y="1143000"/>
            <a:ext cx="91440" cy="9144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Multiplication Sign 6">
            <a:extLst>
              <a:ext uri="{FF2B5EF4-FFF2-40B4-BE49-F238E27FC236}">
                <a16:creationId xmlns:a16="http://schemas.microsoft.com/office/drawing/2014/main" id="{1221E184-C1A2-55E4-79FF-C8E9FA1D4EC8}"/>
              </a:ext>
            </a:extLst>
          </p:cNvPr>
          <p:cNvSpPr/>
          <p:nvPr/>
        </p:nvSpPr>
        <p:spPr>
          <a:xfrm>
            <a:off x="2962910" y="1097280"/>
            <a:ext cx="91440" cy="9144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Multiplication Sign 7">
            <a:extLst>
              <a:ext uri="{FF2B5EF4-FFF2-40B4-BE49-F238E27FC236}">
                <a16:creationId xmlns:a16="http://schemas.microsoft.com/office/drawing/2014/main" id="{9A91ED6E-C6FA-523A-9A0B-C8D5760A7853}"/>
              </a:ext>
            </a:extLst>
          </p:cNvPr>
          <p:cNvSpPr/>
          <p:nvPr/>
        </p:nvSpPr>
        <p:spPr>
          <a:xfrm>
            <a:off x="3201670" y="894080"/>
            <a:ext cx="91440" cy="9144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Multiplication Sign 8">
            <a:extLst>
              <a:ext uri="{FF2B5EF4-FFF2-40B4-BE49-F238E27FC236}">
                <a16:creationId xmlns:a16="http://schemas.microsoft.com/office/drawing/2014/main" id="{2EC84B82-01C1-4849-5818-1635E8E497CA}"/>
              </a:ext>
            </a:extLst>
          </p:cNvPr>
          <p:cNvSpPr/>
          <p:nvPr/>
        </p:nvSpPr>
        <p:spPr>
          <a:xfrm>
            <a:off x="3294380" y="1270000"/>
            <a:ext cx="91440" cy="91440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8901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</TotalTime>
  <Words>0</Words>
  <Application>Microsoft Office PowerPoint</Application>
  <PresentationFormat>Custom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Tobias Rebholz</dc:creator>
  <cp:lastModifiedBy>Tobias Rebholz</cp:lastModifiedBy>
  <cp:revision>4</cp:revision>
  <dcterms:created xsi:type="dcterms:W3CDTF">2026-03-03T22:26:18Z</dcterms:created>
  <dcterms:modified xsi:type="dcterms:W3CDTF">2026-03-03T22:43:04Z</dcterms:modified>
</cp:coreProperties>
</file>