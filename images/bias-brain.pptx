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61" r:id="rId2"/>
    <p:sldId id="260" r:id="rId3"/>
    <p:sldId id="258" r:id="rId4"/>
    <p:sldId id="259" r:id="rId5"/>
  </p:sldIdLst>
  <p:sldSz cx="9601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8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13588-C2C1-4AB8-9F0D-04EC72C1EC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7D13-0149-432C-8036-C4B5540D5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37D13-0149-432C-8036-C4B5540D52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1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523770"/>
            <a:ext cx="72009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680951"/>
            <a:ext cx="72009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1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797878"/>
            <a:ext cx="828103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2141750"/>
            <a:ext cx="828103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70392"/>
            <a:ext cx="828103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784543"/>
            <a:ext cx="4061757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169035"/>
            <a:ext cx="406175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784543"/>
            <a:ext cx="4081761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169035"/>
            <a:ext cx="4081761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2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460799"/>
            <a:ext cx="486060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460799"/>
            <a:ext cx="486060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1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170392"/>
            <a:ext cx="207025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170392"/>
            <a:ext cx="6090761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170392"/>
            <a:ext cx="828103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851959"/>
            <a:ext cx="828103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2966297"/>
            <a:ext cx="324040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BE31-2B51-6272-2227-9E142DD7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ain with solid fill">
            <a:extLst>
              <a:ext uri="{FF2B5EF4-FFF2-40B4-BE49-F238E27FC236}">
                <a16:creationId xmlns:a16="http://schemas.microsoft.com/office/drawing/2014/main" id="{FE6BDE0F-C665-C574-6B09-889239508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00050"/>
            <a:ext cx="2400300" cy="2400300"/>
          </a:xfrm>
          <a:prstGeom prst="rect">
            <a:avLst/>
          </a:prstGeom>
        </p:spPr>
      </p:pic>
      <p:pic>
        <p:nvPicPr>
          <p:cNvPr id="4" name="Graphic 3" descr="Brain with solid fill">
            <a:extLst>
              <a:ext uri="{FF2B5EF4-FFF2-40B4-BE49-F238E27FC236}">
                <a16:creationId xmlns:a16="http://schemas.microsoft.com/office/drawing/2014/main" id="{5F3AE0B2-E735-D69E-7665-07BF1966E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0300" y="400050"/>
            <a:ext cx="2400300" cy="2400300"/>
          </a:xfrm>
          <a:prstGeom prst="rect">
            <a:avLst/>
          </a:prstGeom>
        </p:spPr>
      </p:pic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0C521C75-FC4A-FCEF-2EFF-CFAA97CEA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400050"/>
            <a:ext cx="2400300" cy="2400300"/>
          </a:xfrm>
          <a:prstGeom prst="rect">
            <a:avLst/>
          </a:prstGeom>
        </p:spPr>
      </p:pic>
      <p:pic>
        <p:nvPicPr>
          <p:cNvPr id="6" name="Graphic 5" descr="Brain with solid fill">
            <a:extLst>
              <a:ext uri="{FF2B5EF4-FFF2-40B4-BE49-F238E27FC236}">
                <a16:creationId xmlns:a16="http://schemas.microsoft.com/office/drawing/2014/main" id="{949A5856-6DC3-E726-EC64-05DA798A7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900" y="400050"/>
            <a:ext cx="2400300" cy="2400300"/>
          </a:xfrm>
          <a:prstGeom prst="rect">
            <a:avLst/>
          </a:prstGeom>
        </p:spPr>
      </p:pic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DF8E9995-3A7E-770E-3477-5D27494D0850}"/>
              </a:ext>
            </a:extLst>
          </p:cNvPr>
          <p:cNvSpPr/>
          <p:nvPr/>
        </p:nvSpPr>
        <p:spPr>
          <a:xfrm>
            <a:off x="672084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B1642983-E52D-FF26-D1EA-1E5C8AB55927}"/>
              </a:ext>
            </a:extLst>
          </p:cNvPr>
          <p:cNvSpPr/>
          <p:nvPr/>
        </p:nvSpPr>
        <p:spPr>
          <a:xfrm>
            <a:off x="307288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2C19175-AE27-CAD2-FD70-3A91E75314F3}"/>
              </a:ext>
            </a:extLst>
          </p:cNvPr>
          <p:cNvSpPr/>
          <p:nvPr/>
        </p:nvSpPr>
        <p:spPr>
          <a:xfrm>
            <a:off x="547217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C0F5898-B108-0ADD-39B9-A8E0D60B746D}"/>
              </a:ext>
            </a:extLst>
          </p:cNvPr>
          <p:cNvSpPr/>
          <p:nvPr/>
        </p:nvSpPr>
        <p:spPr>
          <a:xfrm>
            <a:off x="787247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91030A6-8CA6-D194-BDB7-C597B71313DE}"/>
              </a:ext>
            </a:extLst>
          </p:cNvPr>
          <p:cNvSpPr/>
          <p:nvPr/>
        </p:nvSpPr>
        <p:spPr>
          <a:xfrm>
            <a:off x="8161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78EFC507-5AB7-072E-B954-6D047C5FC805}"/>
              </a:ext>
            </a:extLst>
          </p:cNvPr>
          <p:cNvSpPr/>
          <p:nvPr/>
        </p:nvSpPr>
        <p:spPr>
          <a:xfrm>
            <a:off x="9601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62D040E6-1691-17AB-344B-B22AB2D919C4}"/>
              </a:ext>
            </a:extLst>
          </p:cNvPr>
          <p:cNvSpPr/>
          <p:nvPr/>
        </p:nvSpPr>
        <p:spPr>
          <a:xfrm>
            <a:off x="11041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9E2D17E-FD5C-3A43-F045-2E04671B6F34}"/>
              </a:ext>
            </a:extLst>
          </p:cNvPr>
          <p:cNvSpPr/>
          <p:nvPr/>
        </p:nvSpPr>
        <p:spPr>
          <a:xfrm>
            <a:off x="32164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1E59B7C-A104-7D1A-97E8-92D74915D0CD}"/>
              </a:ext>
            </a:extLst>
          </p:cNvPr>
          <p:cNvSpPr/>
          <p:nvPr/>
        </p:nvSpPr>
        <p:spPr>
          <a:xfrm>
            <a:off x="33604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E03A7836-A827-D9A9-AA7B-7BD6294C2510}"/>
              </a:ext>
            </a:extLst>
          </p:cNvPr>
          <p:cNvSpPr/>
          <p:nvPr/>
        </p:nvSpPr>
        <p:spPr>
          <a:xfrm>
            <a:off x="35044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3BF79896-3C8D-C719-9A0D-06161BE7A379}"/>
              </a:ext>
            </a:extLst>
          </p:cNvPr>
          <p:cNvSpPr/>
          <p:nvPr/>
        </p:nvSpPr>
        <p:spPr>
          <a:xfrm>
            <a:off x="56167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14C6BFD-B210-1F80-94A4-C0E93B5A834C}"/>
              </a:ext>
            </a:extLst>
          </p:cNvPr>
          <p:cNvSpPr/>
          <p:nvPr/>
        </p:nvSpPr>
        <p:spPr>
          <a:xfrm>
            <a:off x="57607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55873AB6-A91F-BEAA-7302-0A4491C2DA0E}"/>
              </a:ext>
            </a:extLst>
          </p:cNvPr>
          <p:cNvSpPr/>
          <p:nvPr/>
        </p:nvSpPr>
        <p:spPr>
          <a:xfrm>
            <a:off x="59047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1BB9F2AE-BDC5-37CE-0BD6-18C9E224AC69}"/>
              </a:ext>
            </a:extLst>
          </p:cNvPr>
          <p:cNvSpPr/>
          <p:nvPr/>
        </p:nvSpPr>
        <p:spPr>
          <a:xfrm>
            <a:off x="80170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DBDDA79-47AF-3957-9037-60F456E839E6}"/>
              </a:ext>
            </a:extLst>
          </p:cNvPr>
          <p:cNvSpPr/>
          <p:nvPr/>
        </p:nvSpPr>
        <p:spPr>
          <a:xfrm>
            <a:off x="81610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4D903455-B962-9685-2535-6E8D2034A7B6}"/>
              </a:ext>
            </a:extLst>
          </p:cNvPr>
          <p:cNvSpPr/>
          <p:nvPr/>
        </p:nvSpPr>
        <p:spPr>
          <a:xfrm>
            <a:off x="83050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5" name="Multiplication Sign 54">
            <a:extLst>
              <a:ext uri="{FF2B5EF4-FFF2-40B4-BE49-F238E27FC236}">
                <a16:creationId xmlns:a16="http://schemas.microsoft.com/office/drawing/2014/main" id="{49904F61-A93B-6D48-6EDB-1B5750FB3196}"/>
              </a:ext>
            </a:extLst>
          </p:cNvPr>
          <p:cNvSpPr/>
          <p:nvPr/>
        </p:nvSpPr>
        <p:spPr>
          <a:xfrm>
            <a:off x="1011772" y="150418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96C2FA5E-C8ED-3627-A257-264D5F9D881B}"/>
              </a:ext>
            </a:extLst>
          </p:cNvPr>
          <p:cNvSpPr/>
          <p:nvPr/>
        </p:nvSpPr>
        <p:spPr>
          <a:xfrm>
            <a:off x="1140855" y="141244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21AC62B0-6536-D0CD-089F-407CF218917F}"/>
              </a:ext>
            </a:extLst>
          </p:cNvPr>
          <p:cNvSpPr/>
          <p:nvPr/>
        </p:nvSpPr>
        <p:spPr>
          <a:xfrm>
            <a:off x="1190194" y="1564996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328F25C5-79A6-4186-9AAD-FCFE812A0060}"/>
              </a:ext>
            </a:extLst>
          </p:cNvPr>
          <p:cNvSpPr/>
          <p:nvPr/>
        </p:nvSpPr>
        <p:spPr>
          <a:xfrm>
            <a:off x="5501331" y="174145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16F27FFB-884F-2FE2-9658-9A65C39B8D4A}"/>
              </a:ext>
            </a:extLst>
          </p:cNvPr>
          <p:cNvSpPr/>
          <p:nvPr/>
        </p:nvSpPr>
        <p:spPr>
          <a:xfrm>
            <a:off x="5598248" y="161754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0" name="Multiplication Sign 59">
            <a:extLst>
              <a:ext uri="{FF2B5EF4-FFF2-40B4-BE49-F238E27FC236}">
                <a16:creationId xmlns:a16="http://schemas.microsoft.com/office/drawing/2014/main" id="{A1A3356D-A8AC-689E-853C-1643C6D7D2B1}"/>
              </a:ext>
            </a:extLst>
          </p:cNvPr>
          <p:cNvSpPr/>
          <p:nvPr/>
        </p:nvSpPr>
        <p:spPr>
          <a:xfrm>
            <a:off x="5670563" y="1747120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62CEA28C-12CC-1B20-5B54-088B01DDAF91}"/>
              </a:ext>
            </a:extLst>
          </p:cNvPr>
          <p:cNvSpPr/>
          <p:nvPr/>
        </p:nvSpPr>
        <p:spPr>
          <a:xfrm>
            <a:off x="3259166" y="148849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2" name="Multiplication Sign 61">
            <a:extLst>
              <a:ext uri="{FF2B5EF4-FFF2-40B4-BE49-F238E27FC236}">
                <a16:creationId xmlns:a16="http://schemas.microsoft.com/office/drawing/2014/main" id="{2C48AF90-16B3-66BC-D91B-232E076717AE}"/>
              </a:ext>
            </a:extLst>
          </p:cNvPr>
          <p:cNvSpPr/>
          <p:nvPr/>
        </p:nvSpPr>
        <p:spPr>
          <a:xfrm>
            <a:off x="3573872" y="1243129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66C83456-43FC-0423-1379-395A8A6AACCC}"/>
              </a:ext>
            </a:extLst>
          </p:cNvPr>
          <p:cNvSpPr/>
          <p:nvPr/>
        </p:nvSpPr>
        <p:spPr>
          <a:xfrm>
            <a:off x="3720024" y="1680517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4" name="Multiplication Sign 63">
            <a:extLst>
              <a:ext uri="{FF2B5EF4-FFF2-40B4-BE49-F238E27FC236}">
                <a16:creationId xmlns:a16="http://schemas.microsoft.com/office/drawing/2014/main" id="{02D9A9DF-0F80-86FA-D0CB-08679C6FB4C7}"/>
              </a:ext>
            </a:extLst>
          </p:cNvPr>
          <p:cNvSpPr/>
          <p:nvPr/>
        </p:nvSpPr>
        <p:spPr>
          <a:xfrm>
            <a:off x="7902304" y="1744790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5" name="Multiplication Sign 64">
            <a:extLst>
              <a:ext uri="{FF2B5EF4-FFF2-40B4-BE49-F238E27FC236}">
                <a16:creationId xmlns:a16="http://schemas.microsoft.com/office/drawing/2014/main" id="{E6C3B115-38CE-BFC4-1CF7-04DD88CCE427}"/>
              </a:ext>
            </a:extLst>
          </p:cNvPr>
          <p:cNvSpPr/>
          <p:nvPr/>
        </p:nvSpPr>
        <p:spPr>
          <a:xfrm>
            <a:off x="8148085" y="1476451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AC69B43B-D98D-B585-659E-63594A807F37}"/>
              </a:ext>
            </a:extLst>
          </p:cNvPr>
          <p:cNvSpPr/>
          <p:nvPr/>
        </p:nvSpPr>
        <p:spPr>
          <a:xfrm>
            <a:off x="8340187" y="1867889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153248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AFF-8ED7-2BF2-DBD5-540CA35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ain with solid fill">
            <a:extLst>
              <a:ext uri="{FF2B5EF4-FFF2-40B4-BE49-F238E27FC236}">
                <a16:creationId xmlns:a16="http://schemas.microsoft.com/office/drawing/2014/main" id="{F40512E1-18F1-48D9-0C77-CC46D81D5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00050"/>
            <a:ext cx="2400300" cy="2400300"/>
          </a:xfrm>
          <a:prstGeom prst="rect">
            <a:avLst/>
          </a:prstGeom>
        </p:spPr>
      </p:pic>
      <p:pic>
        <p:nvPicPr>
          <p:cNvPr id="4" name="Graphic 3" descr="Brain with solid fill">
            <a:extLst>
              <a:ext uri="{FF2B5EF4-FFF2-40B4-BE49-F238E27FC236}">
                <a16:creationId xmlns:a16="http://schemas.microsoft.com/office/drawing/2014/main" id="{C6C6E129-0C54-34C6-B82B-8D65003FD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0300" y="400050"/>
            <a:ext cx="2400300" cy="2400300"/>
          </a:xfrm>
          <a:prstGeom prst="rect">
            <a:avLst/>
          </a:prstGeom>
        </p:spPr>
      </p:pic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03BF7D3A-C8CB-DC60-1038-0D7742B9F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400050"/>
            <a:ext cx="2400300" cy="2400300"/>
          </a:xfrm>
          <a:prstGeom prst="rect">
            <a:avLst/>
          </a:prstGeom>
        </p:spPr>
      </p:pic>
      <p:pic>
        <p:nvPicPr>
          <p:cNvPr id="6" name="Graphic 5" descr="Brain with solid fill">
            <a:extLst>
              <a:ext uri="{FF2B5EF4-FFF2-40B4-BE49-F238E27FC236}">
                <a16:creationId xmlns:a16="http://schemas.microsoft.com/office/drawing/2014/main" id="{CA4D62BF-DEC6-0334-8987-CD1A604E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0" y="400050"/>
            <a:ext cx="24003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9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9B7A076-F1E2-F00A-B3E9-5A0A4B9C6BE5}"/>
              </a:ext>
            </a:extLst>
          </p:cNvPr>
          <p:cNvSpPr/>
          <p:nvPr/>
        </p:nvSpPr>
        <p:spPr>
          <a:xfrm>
            <a:off x="672084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0E400DDA-17AD-DFF2-83CF-EEB2A9341B06}"/>
              </a:ext>
            </a:extLst>
          </p:cNvPr>
          <p:cNvSpPr/>
          <p:nvPr/>
        </p:nvSpPr>
        <p:spPr>
          <a:xfrm>
            <a:off x="307288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D39940F-22B6-2D48-904E-76B50F28A238}"/>
              </a:ext>
            </a:extLst>
          </p:cNvPr>
          <p:cNvSpPr/>
          <p:nvPr/>
        </p:nvSpPr>
        <p:spPr>
          <a:xfrm>
            <a:off x="547217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E82283B-4CCE-1F78-973D-2156CBCCA788}"/>
              </a:ext>
            </a:extLst>
          </p:cNvPr>
          <p:cNvSpPr/>
          <p:nvPr/>
        </p:nvSpPr>
        <p:spPr>
          <a:xfrm>
            <a:off x="7872479" y="1072134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8D6451-7A1F-73E1-66D1-B971A592A846}"/>
              </a:ext>
            </a:extLst>
          </p:cNvPr>
          <p:cNvSpPr/>
          <p:nvPr/>
        </p:nvSpPr>
        <p:spPr>
          <a:xfrm>
            <a:off x="8161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2960A51-AC7C-1D15-D5FB-6272C21BF448}"/>
              </a:ext>
            </a:extLst>
          </p:cNvPr>
          <p:cNvSpPr/>
          <p:nvPr/>
        </p:nvSpPr>
        <p:spPr>
          <a:xfrm>
            <a:off x="9601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DDC8B5C-8489-C32D-FA9C-477C60590CC1}"/>
              </a:ext>
            </a:extLst>
          </p:cNvPr>
          <p:cNvSpPr/>
          <p:nvPr/>
        </p:nvSpPr>
        <p:spPr>
          <a:xfrm>
            <a:off x="11041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AC23A4C-A52F-3C45-46EF-C3EDC15FE42E}"/>
              </a:ext>
            </a:extLst>
          </p:cNvPr>
          <p:cNvSpPr/>
          <p:nvPr/>
        </p:nvSpPr>
        <p:spPr>
          <a:xfrm>
            <a:off x="32164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3AF0768-77C3-09A5-B920-74EFE343E9CF}"/>
              </a:ext>
            </a:extLst>
          </p:cNvPr>
          <p:cNvSpPr/>
          <p:nvPr/>
        </p:nvSpPr>
        <p:spPr>
          <a:xfrm>
            <a:off x="33604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D1D16C8-FAC8-4481-F481-435457501108}"/>
              </a:ext>
            </a:extLst>
          </p:cNvPr>
          <p:cNvSpPr/>
          <p:nvPr/>
        </p:nvSpPr>
        <p:spPr>
          <a:xfrm>
            <a:off x="35044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5C97CAD-6FC9-D877-4275-8962AF439B0D}"/>
              </a:ext>
            </a:extLst>
          </p:cNvPr>
          <p:cNvSpPr/>
          <p:nvPr/>
        </p:nvSpPr>
        <p:spPr>
          <a:xfrm>
            <a:off x="56167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BCC8DFE-0762-C8EF-835E-0DAA9C570243}"/>
              </a:ext>
            </a:extLst>
          </p:cNvPr>
          <p:cNvSpPr/>
          <p:nvPr/>
        </p:nvSpPr>
        <p:spPr>
          <a:xfrm>
            <a:off x="57607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A38CDDF-FDA4-C35B-AF68-518BEA1CCC9A}"/>
              </a:ext>
            </a:extLst>
          </p:cNvPr>
          <p:cNvSpPr/>
          <p:nvPr/>
        </p:nvSpPr>
        <p:spPr>
          <a:xfrm>
            <a:off x="59047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EE906E3-A04D-AC33-A4F7-40B23233FCCE}"/>
              </a:ext>
            </a:extLst>
          </p:cNvPr>
          <p:cNvSpPr/>
          <p:nvPr/>
        </p:nvSpPr>
        <p:spPr>
          <a:xfrm>
            <a:off x="8017002" y="1216152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7E1558E-9872-A663-FC9B-0CC27EB226CE}"/>
              </a:ext>
            </a:extLst>
          </p:cNvPr>
          <p:cNvSpPr/>
          <p:nvPr/>
        </p:nvSpPr>
        <p:spPr>
          <a:xfrm>
            <a:off x="8161020" y="1360170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5C8123DF-664E-839F-55C5-2A20D05B621D}"/>
              </a:ext>
            </a:extLst>
          </p:cNvPr>
          <p:cNvSpPr/>
          <p:nvPr/>
        </p:nvSpPr>
        <p:spPr>
          <a:xfrm>
            <a:off x="8305038" y="1504188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258050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346CB416-D4E1-27AD-6C0F-D7A1A58C0F66}"/>
              </a:ext>
            </a:extLst>
          </p:cNvPr>
          <p:cNvSpPr/>
          <p:nvPr/>
        </p:nvSpPr>
        <p:spPr>
          <a:xfrm>
            <a:off x="1011772" y="150418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570ABCA8-E0C6-57BC-A595-414E5F921FB1}"/>
              </a:ext>
            </a:extLst>
          </p:cNvPr>
          <p:cNvSpPr/>
          <p:nvPr/>
        </p:nvSpPr>
        <p:spPr>
          <a:xfrm>
            <a:off x="1140855" y="141244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146F3FC9-0A56-5849-3694-F2547C58B21E}"/>
              </a:ext>
            </a:extLst>
          </p:cNvPr>
          <p:cNvSpPr/>
          <p:nvPr/>
        </p:nvSpPr>
        <p:spPr>
          <a:xfrm>
            <a:off x="1190194" y="1564996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98C83BF-1997-F9B1-8C30-40AE8A021BDB}"/>
              </a:ext>
            </a:extLst>
          </p:cNvPr>
          <p:cNvSpPr/>
          <p:nvPr/>
        </p:nvSpPr>
        <p:spPr>
          <a:xfrm>
            <a:off x="5501331" y="174145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4BB1FA84-60D9-4C83-070B-A379A6CD6DC9}"/>
              </a:ext>
            </a:extLst>
          </p:cNvPr>
          <p:cNvSpPr/>
          <p:nvPr/>
        </p:nvSpPr>
        <p:spPr>
          <a:xfrm>
            <a:off x="5598248" y="161754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0" name="Multiplication Sign 39">
            <a:extLst>
              <a:ext uri="{FF2B5EF4-FFF2-40B4-BE49-F238E27FC236}">
                <a16:creationId xmlns:a16="http://schemas.microsoft.com/office/drawing/2014/main" id="{B9989E8C-C6B0-5682-D753-47D722E3E18A}"/>
              </a:ext>
            </a:extLst>
          </p:cNvPr>
          <p:cNvSpPr/>
          <p:nvPr/>
        </p:nvSpPr>
        <p:spPr>
          <a:xfrm>
            <a:off x="5670563" y="1747120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257305F8-EED5-D520-5A53-ACEF9837CB45}"/>
              </a:ext>
            </a:extLst>
          </p:cNvPr>
          <p:cNvSpPr/>
          <p:nvPr/>
        </p:nvSpPr>
        <p:spPr>
          <a:xfrm>
            <a:off x="3259166" y="148849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D02C3953-6367-B0A7-5CEC-B8B0E9214DDD}"/>
              </a:ext>
            </a:extLst>
          </p:cNvPr>
          <p:cNvSpPr/>
          <p:nvPr/>
        </p:nvSpPr>
        <p:spPr>
          <a:xfrm>
            <a:off x="3573872" y="1243129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58104411-D5F2-C2F7-F92E-995124AFA34B}"/>
              </a:ext>
            </a:extLst>
          </p:cNvPr>
          <p:cNvSpPr/>
          <p:nvPr/>
        </p:nvSpPr>
        <p:spPr>
          <a:xfrm>
            <a:off x="3720024" y="1680517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4F3996F3-238C-9E12-CA19-CAFF44FC44E8}"/>
              </a:ext>
            </a:extLst>
          </p:cNvPr>
          <p:cNvSpPr/>
          <p:nvPr/>
        </p:nvSpPr>
        <p:spPr>
          <a:xfrm>
            <a:off x="7902304" y="1744790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5450922A-73D0-63AB-D57B-B4BB13B2DD7B}"/>
              </a:ext>
            </a:extLst>
          </p:cNvPr>
          <p:cNvSpPr/>
          <p:nvPr/>
        </p:nvSpPr>
        <p:spPr>
          <a:xfrm>
            <a:off x="8148085" y="1476451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F9BBDB0F-2349-C488-229C-C7EE5F89E5EA}"/>
              </a:ext>
            </a:extLst>
          </p:cNvPr>
          <p:cNvSpPr/>
          <p:nvPr/>
        </p:nvSpPr>
        <p:spPr>
          <a:xfrm>
            <a:off x="8340187" y="1867889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266389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</Words>
  <Application>Microsoft Office PowerPoint</Application>
  <PresentationFormat>Custom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Rebholz</dc:creator>
  <cp:lastModifiedBy>Tobias Rebholz</cp:lastModifiedBy>
  <cp:revision>14</cp:revision>
  <dcterms:created xsi:type="dcterms:W3CDTF">2026-03-03T22:26:18Z</dcterms:created>
  <dcterms:modified xsi:type="dcterms:W3CDTF">2026-03-04T13:51:14Z</dcterms:modified>
</cp:coreProperties>
</file>