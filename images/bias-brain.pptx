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61" r:id="rId2"/>
    <p:sldId id="260" r:id="rId3"/>
    <p:sldId id="258" r:id="rId4"/>
    <p:sldId id="259" r:id="rId5"/>
  </p:sldIdLst>
  <p:sldSz cx="9601200" cy="3200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09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4" d="100"/>
          <a:sy n="124" d="100"/>
        </p:scale>
        <p:origin x="96" y="6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00150" y="523770"/>
            <a:ext cx="7200900" cy="1114213"/>
          </a:xfrm>
        </p:spPr>
        <p:txBody>
          <a:bodyPr anchor="b"/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00150" y="1680951"/>
            <a:ext cx="7200900" cy="772689"/>
          </a:xfrm>
        </p:spPr>
        <p:txBody>
          <a:bodyPr/>
          <a:lstStyle>
            <a:lvl1pPr marL="0" indent="0" algn="ctr">
              <a:buNone/>
              <a:defRPr sz="1120"/>
            </a:lvl1pPr>
            <a:lvl2pPr marL="213375" indent="0" algn="ctr">
              <a:buNone/>
              <a:defRPr sz="933"/>
            </a:lvl2pPr>
            <a:lvl3pPr marL="426750" indent="0" algn="ctr">
              <a:buNone/>
              <a:defRPr sz="840"/>
            </a:lvl3pPr>
            <a:lvl4pPr marL="640126" indent="0" algn="ctr">
              <a:buNone/>
              <a:defRPr sz="747"/>
            </a:lvl4pPr>
            <a:lvl5pPr marL="853501" indent="0" algn="ctr">
              <a:buNone/>
              <a:defRPr sz="747"/>
            </a:lvl5pPr>
            <a:lvl6pPr marL="1066876" indent="0" algn="ctr">
              <a:buNone/>
              <a:defRPr sz="747"/>
            </a:lvl6pPr>
            <a:lvl7pPr marL="1280251" indent="0" algn="ctr">
              <a:buNone/>
              <a:defRPr sz="747"/>
            </a:lvl7pPr>
            <a:lvl8pPr marL="1493627" indent="0" algn="ctr">
              <a:buNone/>
              <a:defRPr sz="747"/>
            </a:lvl8pPr>
            <a:lvl9pPr marL="1707002" indent="0" algn="ctr">
              <a:buNone/>
              <a:defRPr sz="74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614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622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082" y="797878"/>
            <a:ext cx="8281035" cy="1331277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5082" y="2141750"/>
            <a:ext cx="8281035" cy="700087"/>
          </a:xfrm>
        </p:spPr>
        <p:txBody>
          <a:bodyPr/>
          <a:lstStyle>
            <a:lvl1pPr marL="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1pPr>
            <a:lvl2pPr marL="213375" indent="0">
              <a:buNone/>
              <a:defRPr sz="933">
                <a:solidFill>
                  <a:schemeClr val="tx1">
                    <a:tint val="82000"/>
                  </a:schemeClr>
                </a:solidFill>
              </a:defRPr>
            </a:lvl2pPr>
            <a:lvl3pPr marL="42675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3pPr>
            <a:lvl4pPr marL="640126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4pPr>
            <a:lvl5pPr marL="853501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5pPr>
            <a:lvl6pPr marL="1066876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6pPr>
            <a:lvl7pPr marL="1280251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7pPr>
            <a:lvl8pPr marL="1493627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8pPr>
            <a:lvl9pPr marL="1707002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104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0083" y="851959"/>
            <a:ext cx="4080510" cy="20306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60608" y="851959"/>
            <a:ext cx="4080510" cy="20306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836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170392"/>
            <a:ext cx="8281035" cy="6185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1334" y="784543"/>
            <a:ext cx="4061757" cy="384492"/>
          </a:xfrm>
        </p:spPr>
        <p:txBody>
          <a:bodyPr anchor="b"/>
          <a:lstStyle>
            <a:lvl1pPr marL="0" indent="0">
              <a:buNone/>
              <a:defRPr sz="1120" b="1"/>
            </a:lvl1pPr>
            <a:lvl2pPr marL="213375" indent="0">
              <a:buNone/>
              <a:defRPr sz="933" b="1"/>
            </a:lvl2pPr>
            <a:lvl3pPr marL="426750" indent="0">
              <a:buNone/>
              <a:defRPr sz="840" b="1"/>
            </a:lvl3pPr>
            <a:lvl4pPr marL="640126" indent="0">
              <a:buNone/>
              <a:defRPr sz="747" b="1"/>
            </a:lvl4pPr>
            <a:lvl5pPr marL="853501" indent="0">
              <a:buNone/>
              <a:defRPr sz="747" b="1"/>
            </a:lvl5pPr>
            <a:lvl6pPr marL="1066876" indent="0">
              <a:buNone/>
              <a:defRPr sz="747" b="1"/>
            </a:lvl6pPr>
            <a:lvl7pPr marL="1280251" indent="0">
              <a:buNone/>
              <a:defRPr sz="747" b="1"/>
            </a:lvl7pPr>
            <a:lvl8pPr marL="1493627" indent="0">
              <a:buNone/>
              <a:defRPr sz="747" b="1"/>
            </a:lvl8pPr>
            <a:lvl9pPr marL="1707002" indent="0">
              <a:buNone/>
              <a:defRPr sz="7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1334" y="1169035"/>
            <a:ext cx="4061757" cy="17194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60607" y="784543"/>
            <a:ext cx="4081761" cy="384492"/>
          </a:xfrm>
        </p:spPr>
        <p:txBody>
          <a:bodyPr anchor="b"/>
          <a:lstStyle>
            <a:lvl1pPr marL="0" indent="0">
              <a:buNone/>
              <a:defRPr sz="1120" b="1"/>
            </a:lvl1pPr>
            <a:lvl2pPr marL="213375" indent="0">
              <a:buNone/>
              <a:defRPr sz="933" b="1"/>
            </a:lvl2pPr>
            <a:lvl3pPr marL="426750" indent="0">
              <a:buNone/>
              <a:defRPr sz="840" b="1"/>
            </a:lvl3pPr>
            <a:lvl4pPr marL="640126" indent="0">
              <a:buNone/>
              <a:defRPr sz="747" b="1"/>
            </a:lvl4pPr>
            <a:lvl5pPr marL="853501" indent="0">
              <a:buNone/>
              <a:defRPr sz="747" b="1"/>
            </a:lvl5pPr>
            <a:lvl6pPr marL="1066876" indent="0">
              <a:buNone/>
              <a:defRPr sz="747" b="1"/>
            </a:lvl6pPr>
            <a:lvl7pPr marL="1280251" indent="0">
              <a:buNone/>
              <a:defRPr sz="747" b="1"/>
            </a:lvl7pPr>
            <a:lvl8pPr marL="1493627" indent="0">
              <a:buNone/>
              <a:defRPr sz="747" b="1"/>
            </a:lvl8pPr>
            <a:lvl9pPr marL="1707002" indent="0">
              <a:buNone/>
              <a:defRPr sz="7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60607" y="1169035"/>
            <a:ext cx="4081761" cy="17194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984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191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724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213360"/>
            <a:ext cx="3096637" cy="746760"/>
          </a:xfrm>
        </p:spPr>
        <p:txBody>
          <a:bodyPr anchor="b"/>
          <a:lstStyle>
            <a:lvl1pPr>
              <a:defRPr sz="149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1760" y="460799"/>
            <a:ext cx="4860608" cy="2274358"/>
          </a:xfrm>
        </p:spPr>
        <p:txBody>
          <a:bodyPr/>
          <a:lstStyle>
            <a:lvl1pPr>
              <a:defRPr sz="1493"/>
            </a:lvl1pPr>
            <a:lvl2pPr>
              <a:defRPr sz="1307"/>
            </a:lvl2pPr>
            <a:lvl3pPr>
              <a:defRPr sz="1120"/>
            </a:lvl3pPr>
            <a:lvl4pPr>
              <a:defRPr sz="933"/>
            </a:lvl4pPr>
            <a:lvl5pPr>
              <a:defRPr sz="933"/>
            </a:lvl5pPr>
            <a:lvl6pPr>
              <a:defRPr sz="933"/>
            </a:lvl6pPr>
            <a:lvl7pPr>
              <a:defRPr sz="933"/>
            </a:lvl7pPr>
            <a:lvl8pPr>
              <a:defRPr sz="933"/>
            </a:lvl8pPr>
            <a:lvl9pPr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333" y="960120"/>
            <a:ext cx="3096637" cy="1778741"/>
          </a:xfrm>
        </p:spPr>
        <p:txBody>
          <a:bodyPr/>
          <a:lstStyle>
            <a:lvl1pPr marL="0" indent="0">
              <a:buNone/>
              <a:defRPr sz="747"/>
            </a:lvl1pPr>
            <a:lvl2pPr marL="213375" indent="0">
              <a:buNone/>
              <a:defRPr sz="653"/>
            </a:lvl2pPr>
            <a:lvl3pPr marL="426750" indent="0">
              <a:buNone/>
              <a:defRPr sz="560"/>
            </a:lvl3pPr>
            <a:lvl4pPr marL="640126" indent="0">
              <a:buNone/>
              <a:defRPr sz="467"/>
            </a:lvl4pPr>
            <a:lvl5pPr marL="853501" indent="0">
              <a:buNone/>
              <a:defRPr sz="467"/>
            </a:lvl5pPr>
            <a:lvl6pPr marL="1066876" indent="0">
              <a:buNone/>
              <a:defRPr sz="467"/>
            </a:lvl6pPr>
            <a:lvl7pPr marL="1280251" indent="0">
              <a:buNone/>
              <a:defRPr sz="467"/>
            </a:lvl7pPr>
            <a:lvl8pPr marL="1493627" indent="0">
              <a:buNone/>
              <a:defRPr sz="467"/>
            </a:lvl8pPr>
            <a:lvl9pPr marL="1707002" indent="0">
              <a:buNone/>
              <a:defRPr sz="4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146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213360"/>
            <a:ext cx="3096637" cy="746760"/>
          </a:xfrm>
        </p:spPr>
        <p:txBody>
          <a:bodyPr anchor="b"/>
          <a:lstStyle>
            <a:lvl1pPr>
              <a:defRPr sz="149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81760" y="460799"/>
            <a:ext cx="4860608" cy="2274358"/>
          </a:xfrm>
        </p:spPr>
        <p:txBody>
          <a:bodyPr anchor="t"/>
          <a:lstStyle>
            <a:lvl1pPr marL="0" indent="0">
              <a:buNone/>
              <a:defRPr sz="1493"/>
            </a:lvl1pPr>
            <a:lvl2pPr marL="213375" indent="0">
              <a:buNone/>
              <a:defRPr sz="1307"/>
            </a:lvl2pPr>
            <a:lvl3pPr marL="426750" indent="0">
              <a:buNone/>
              <a:defRPr sz="1120"/>
            </a:lvl3pPr>
            <a:lvl4pPr marL="640126" indent="0">
              <a:buNone/>
              <a:defRPr sz="933"/>
            </a:lvl4pPr>
            <a:lvl5pPr marL="853501" indent="0">
              <a:buNone/>
              <a:defRPr sz="933"/>
            </a:lvl5pPr>
            <a:lvl6pPr marL="1066876" indent="0">
              <a:buNone/>
              <a:defRPr sz="933"/>
            </a:lvl6pPr>
            <a:lvl7pPr marL="1280251" indent="0">
              <a:buNone/>
              <a:defRPr sz="933"/>
            </a:lvl7pPr>
            <a:lvl8pPr marL="1493627" indent="0">
              <a:buNone/>
              <a:defRPr sz="933"/>
            </a:lvl8pPr>
            <a:lvl9pPr marL="1707002" indent="0">
              <a:buNone/>
              <a:defRPr sz="9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333" y="960120"/>
            <a:ext cx="3096637" cy="1778741"/>
          </a:xfrm>
        </p:spPr>
        <p:txBody>
          <a:bodyPr/>
          <a:lstStyle>
            <a:lvl1pPr marL="0" indent="0">
              <a:buNone/>
              <a:defRPr sz="747"/>
            </a:lvl1pPr>
            <a:lvl2pPr marL="213375" indent="0">
              <a:buNone/>
              <a:defRPr sz="653"/>
            </a:lvl2pPr>
            <a:lvl3pPr marL="426750" indent="0">
              <a:buNone/>
              <a:defRPr sz="560"/>
            </a:lvl3pPr>
            <a:lvl4pPr marL="640126" indent="0">
              <a:buNone/>
              <a:defRPr sz="467"/>
            </a:lvl4pPr>
            <a:lvl5pPr marL="853501" indent="0">
              <a:buNone/>
              <a:defRPr sz="467"/>
            </a:lvl5pPr>
            <a:lvl6pPr marL="1066876" indent="0">
              <a:buNone/>
              <a:defRPr sz="467"/>
            </a:lvl6pPr>
            <a:lvl7pPr marL="1280251" indent="0">
              <a:buNone/>
              <a:defRPr sz="467"/>
            </a:lvl7pPr>
            <a:lvl8pPr marL="1493627" indent="0">
              <a:buNone/>
              <a:defRPr sz="467"/>
            </a:lvl8pPr>
            <a:lvl9pPr marL="1707002" indent="0">
              <a:buNone/>
              <a:defRPr sz="4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012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997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0859" y="170392"/>
            <a:ext cx="2070259" cy="271219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0083" y="170392"/>
            <a:ext cx="6090761" cy="271219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769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083" y="170392"/>
            <a:ext cx="8281035" cy="618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083" y="851959"/>
            <a:ext cx="8281035" cy="2030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0083" y="2966297"/>
            <a:ext cx="2160270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700A39-06E1-486D-9C71-A159ABBEACA4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80398" y="2966297"/>
            <a:ext cx="3240405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780848" y="2966297"/>
            <a:ext cx="2160270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775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26750" rtl="0" eaLnBrk="1" latinLnBrk="0" hangingPunct="1">
        <a:lnSpc>
          <a:spcPct val="90000"/>
        </a:lnSpc>
        <a:spcBef>
          <a:spcPct val="0"/>
        </a:spcBef>
        <a:buNone/>
        <a:defRPr sz="20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6688" indent="-106688" algn="l" defTabSz="42675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307" kern="1200">
          <a:solidFill>
            <a:schemeClr val="tx1"/>
          </a:solidFill>
          <a:latin typeface="+mn-lt"/>
          <a:ea typeface="+mn-ea"/>
          <a:cs typeface="+mn-cs"/>
        </a:defRPr>
      </a:lvl1pPr>
      <a:lvl2pPr marL="320063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2pPr>
      <a:lvl3pPr marL="533438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933" kern="1200">
          <a:solidFill>
            <a:schemeClr val="tx1"/>
          </a:solidFill>
          <a:latin typeface="+mn-lt"/>
          <a:ea typeface="+mn-ea"/>
          <a:cs typeface="+mn-cs"/>
        </a:defRPr>
      </a:lvl3pPr>
      <a:lvl4pPr marL="746813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4pPr>
      <a:lvl5pPr marL="960189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5pPr>
      <a:lvl6pPr marL="1173564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6pPr>
      <a:lvl7pPr marL="1386939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7pPr>
      <a:lvl8pPr marL="1600314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8pPr>
      <a:lvl9pPr marL="1813690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1pPr>
      <a:lvl2pPr marL="213375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2pPr>
      <a:lvl3pPr marL="426750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3pPr>
      <a:lvl4pPr marL="640126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4pPr>
      <a:lvl5pPr marL="853501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5pPr>
      <a:lvl6pPr marL="1066876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6pPr>
      <a:lvl7pPr marL="1280251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7pPr>
      <a:lvl8pPr marL="1493627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8pPr>
      <a:lvl9pPr marL="1707002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3BE31-2B51-6272-2227-9E142DD74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 descr="Brain with solid fill">
            <a:extLst>
              <a:ext uri="{FF2B5EF4-FFF2-40B4-BE49-F238E27FC236}">
                <a16:creationId xmlns:a16="http://schemas.microsoft.com/office/drawing/2014/main" id="{FE6BDE0F-C665-C574-6B09-889239508A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00050"/>
            <a:ext cx="2400300" cy="2400300"/>
          </a:xfrm>
          <a:prstGeom prst="rect">
            <a:avLst/>
          </a:prstGeom>
        </p:spPr>
      </p:pic>
      <p:pic>
        <p:nvPicPr>
          <p:cNvPr id="4" name="Graphic 3" descr="Brain with solid fill">
            <a:extLst>
              <a:ext uri="{FF2B5EF4-FFF2-40B4-BE49-F238E27FC236}">
                <a16:creationId xmlns:a16="http://schemas.microsoft.com/office/drawing/2014/main" id="{5F3AE0B2-E735-D69E-7665-07BF1966E4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00300" y="400050"/>
            <a:ext cx="2400300" cy="2400300"/>
          </a:xfrm>
          <a:prstGeom prst="rect">
            <a:avLst/>
          </a:prstGeom>
        </p:spPr>
      </p:pic>
      <p:pic>
        <p:nvPicPr>
          <p:cNvPr id="5" name="Graphic 4" descr="Brain with solid fill">
            <a:extLst>
              <a:ext uri="{FF2B5EF4-FFF2-40B4-BE49-F238E27FC236}">
                <a16:creationId xmlns:a16="http://schemas.microsoft.com/office/drawing/2014/main" id="{0C521C75-FC4A-FCEF-2EFF-CFAA97CEAD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00600" y="400050"/>
            <a:ext cx="2400300" cy="2400300"/>
          </a:xfrm>
          <a:prstGeom prst="rect">
            <a:avLst/>
          </a:prstGeom>
        </p:spPr>
      </p:pic>
      <p:pic>
        <p:nvPicPr>
          <p:cNvPr id="6" name="Graphic 5" descr="Brain with solid fill">
            <a:extLst>
              <a:ext uri="{FF2B5EF4-FFF2-40B4-BE49-F238E27FC236}">
                <a16:creationId xmlns:a16="http://schemas.microsoft.com/office/drawing/2014/main" id="{949A5856-6DC3-E726-EC64-05DA798A71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0900" y="400050"/>
            <a:ext cx="2400300" cy="2400300"/>
          </a:xfrm>
          <a:prstGeom prst="rect">
            <a:avLst/>
          </a:prstGeom>
        </p:spPr>
      </p:pic>
      <p:sp>
        <p:nvSpPr>
          <p:cNvPr id="2" name="Flowchart: Connector 1">
            <a:extLst>
              <a:ext uri="{FF2B5EF4-FFF2-40B4-BE49-F238E27FC236}">
                <a16:creationId xmlns:a16="http://schemas.microsoft.com/office/drawing/2014/main" id="{214E3771-E0EF-1702-78B1-45E355768185}"/>
              </a:ext>
            </a:extLst>
          </p:cNvPr>
          <p:cNvSpPr/>
          <p:nvPr/>
        </p:nvSpPr>
        <p:spPr>
          <a:xfrm>
            <a:off x="777330" y="1072134"/>
            <a:ext cx="1056132" cy="1056132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F394243C-B49A-E0D6-0C6F-1A3D288A591F}"/>
              </a:ext>
            </a:extLst>
          </p:cNvPr>
          <p:cNvSpPr/>
          <p:nvPr/>
        </p:nvSpPr>
        <p:spPr>
          <a:xfrm>
            <a:off x="921348" y="1216152"/>
            <a:ext cx="768096" cy="768096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8" name="Flowchart: Connector 7">
            <a:extLst>
              <a:ext uri="{FF2B5EF4-FFF2-40B4-BE49-F238E27FC236}">
                <a16:creationId xmlns:a16="http://schemas.microsoft.com/office/drawing/2014/main" id="{81D9B8E4-B68B-B4D1-0CC8-44C06695F0A3}"/>
              </a:ext>
            </a:extLst>
          </p:cNvPr>
          <p:cNvSpPr/>
          <p:nvPr/>
        </p:nvSpPr>
        <p:spPr>
          <a:xfrm>
            <a:off x="1065366" y="1360170"/>
            <a:ext cx="480060" cy="48006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1E219C02-71CA-F9B0-D471-29372ABAFFBC}"/>
              </a:ext>
            </a:extLst>
          </p:cNvPr>
          <p:cNvSpPr/>
          <p:nvPr/>
        </p:nvSpPr>
        <p:spPr>
          <a:xfrm>
            <a:off x="1209384" y="1504188"/>
            <a:ext cx="192024" cy="192024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14" name="Flowchart: Connector 13">
            <a:extLst>
              <a:ext uri="{FF2B5EF4-FFF2-40B4-BE49-F238E27FC236}">
                <a16:creationId xmlns:a16="http://schemas.microsoft.com/office/drawing/2014/main" id="{EB371EDF-5627-5109-29DF-2C9EE6786BBA}"/>
              </a:ext>
            </a:extLst>
          </p:cNvPr>
          <p:cNvSpPr/>
          <p:nvPr/>
        </p:nvSpPr>
        <p:spPr>
          <a:xfrm>
            <a:off x="3177630" y="1072134"/>
            <a:ext cx="1056132" cy="1056132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15" name="Flowchart: Connector 14">
            <a:extLst>
              <a:ext uri="{FF2B5EF4-FFF2-40B4-BE49-F238E27FC236}">
                <a16:creationId xmlns:a16="http://schemas.microsoft.com/office/drawing/2014/main" id="{8138BA02-F3AE-5825-87AC-1B68DA86A031}"/>
              </a:ext>
            </a:extLst>
          </p:cNvPr>
          <p:cNvSpPr/>
          <p:nvPr/>
        </p:nvSpPr>
        <p:spPr>
          <a:xfrm>
            <a:off x="3321648" y="1216152"/>
            <a:ext cx="768096" cy="768096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16" name="Flowchart: Connector 15">
            <a:extLst>
              <a:ext uri="{FF2B5EF4-FFF2-40B4-BE49-F238E27FC236}">
                <a16:creationId xmlns:a16="http://schemas.microsoft.com/office/drawing/2014/main" id="{9D827F47-32ED-97C8-31CD-89E958FCA5A4}"/>
              </a:ext>
            </a:extLst>
          </p:cNvPr>
          <p:cNvSpPr/>
          <p:nvPr/>
        </p:nvSpPr>
        <p:spPr>
          <a:xfrm>
            <a:off x="3465666" y="1360170"/>
            <a:ext cx="480060" cy="48006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17" name="Flowchart: Connector 16">
            <a:extLst>
              <a:ext uri="{FF2B5EF4-FFF2-40B4-BE49-F238E27FC236}">
                <a16:creationId xmlns:a16="http://schemas.microsoft.com/office/drawing/2014/main" id="{4107351C-04BD-477F-23BE-36C18CD8E116}"/>
              </a:ext>
            </a:extLst>
          </p:cNvPr>
          <p:cNvSpPr/>
          <p:nvPr/>
        </p:nvSpPr>
        <p:spPr>
          <a:xfrm>
            <a:off x="3609684" y="1504188"/>
            <a:ext cx="192024" cy="192024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18" name="Flowchart: Connector 17">
            <a:extLst>
              <a:ext uri="{FF2B5EF4-FFF2-40B4-BE49-F238E27FC236}">
                <a16:creationId xmlns:a16="http://schemas.microsoft.com/office/drawing/2014/main" id="{5D5D4632-F4F3-4CFA-BE2C-F30B1B74997D}"/>
              </a:ext>
            </a:extLst>
          </p:cNvPr>
          <p:cNvSpPr/>
          <p:nvPr/>
        </p:nvSpPr>
        <p:spPr>
          <a:xfrm>
            <a:off x="5577930" y="1072134"/>
            <a:ext cx="1056132" cy="1056132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19" name="Flowchart: Connector 18">
            <a:extLst>
              <a:ext uri="{FF2B5EF4-FFF2-40B4-BE49-F238E27FC236}">
                <a16:creationId xmlns:a16="http://schemas.microsoft.com/office/drawing/2014/main" id="{77B77236-CF61-DE03-7429-2E11C196A598}"/>
              </a:ext>
            </a:extLst>
          </p:cNvPr>
          <p:cNvSpPr/>
          <p:nvPr/>
        </p:nvSpPr>
        <p:spPr>
          <a:xfrm>
            <a:off x="5721948" y="1216152"/>
            <a:ext cx="768096" cy="768096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20" name="Flowchart: Connector 19">
            <a:extLst>
              <a:ext uri="{FF2B5EF4-FFF2-40B4-BE49-F238E27FC236}">
                <a16:creationId xmlns:a16="http://schemas.microsoft.com/office/drawing/2014/main" id="{8C2DB0A9-5571-4232-102F-D4E9F9E062CD}"/>
              </a:ext>
            </a:extLst>
          </p:cNvPr>
          <p:cNvSpPr/>
          <p:nvPr/>
        </p:nvSpPr>
        <p:spPr>
          <a:xfrm>
            <a:off x="5865966" y="1360170"/>
            <a:ext cx="480060" cy="48006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21" name="Flowchart: Connector 20">
            <a:extLst>
              <a:ext uri="{FF2B5EF4-FFF2-40B4-BE49-F238E27FC236}">
                <a16:creationId xmlns:a16="http://schemas.microsoft.com/office/drawing/2014/main" id="{3E71695C-45C7-7F95-C88D-79C61EC8AC82}"/>
              </a:ext>
            </a:extLst>
          </p:cNvPr>
          <p:cNvSpPr/>
          <p:nvPr/>
        </p:nvSpPr>
        <p:spPr>
          <a:xfrm>
            <a:off x="6009984" y="1504188"/>
            <a:ext cx="192024" cy="192024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22" name="Flowchart: Connector 21">
            <a:extLst>
              <a:ext uri="{FF2B5EF4-FFF2-40B4-BE49-F238E27FC236}">
                <a16:creationId xmlns:a16="http://schemas.microsoft.com/office/drawing/2014/main" id="{5A6FE1C9-A26A-4FC1-CB0E-A6A53D24FAC9}"/>
              </a:ext>
            </a:extLst>
          </p:cNvPr>
          <p:cNvSpPr/>
          <p:nvPr/>
        </p:nvSpPr>
        <p:spPr>
          <a:xfrm>
            <a:off x="7978230" y="1072134"/>
            <a:ext cx="1056132" cy="1056132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23" name="Flowchart: Connector 22">
            <a:extLst>
              <a:ext uri="{FF2B5EF4-FFF2-40B4-BE49-F238E27FC236}">
                <a16:creationId xmlns:a16="http://schemas.microsoft.com/office/drawing/2014/main" id="{615AE5A8-C0D4-342D-BEA6-C9E477ABF937}"/>
              </a:ext>
            </a:extLst>
          </p:cNvPr>
          <p:cNvSpPr/>
          <p:nvPr/>
        </p:nvSpPr>
        <p:spPr>
          <a:xfrm>
            <a:off x="8122248" y="1216152"/>
            <a:ext cx="768096" cy="768096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24" name="Flowchart: Connector 23">
            <a:extLst>
              <a:ext uri="{FF2B5EF4-FFF2-40B4-BE49-F238E27FC236}">
                <a16:creationId xmlns:a16="http://schemas.microsoft.com/office/drawing/2014/main" id="{8C001727-28B3-D0DE-EC86-1CE231FF8952}"/>
              </a:ext>
            </a:extLst>
          </p:cNvPr>
          <p:cNvSpPr/>
          <p:nvPr/>
        </p:nvSpPr>
        <p:spPr>
          <a:xfrm>
            <a:off x="8266266" y="1360170"/>
            <a:ext cx="480060" cy="48006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25" name="Flowchart: Connector 24">
            <a:extLst>
              <a:ext uri="{FF2B5EF4-FFF2-40B4-BE49-F238E27FC236}">
                <a16:creationId xmlns:a16="http://schemas.microsoft.com/office/drawing/2014/main" id="{8DF22DA1-2919-C60C-C27F-001AABCBA457}"/>
              </a:ext>
            </a:extLst>
          </p:cNvPr>
          <p:cNvSpPr/>
          <p:nvPr/>
        </p:nvSpPr>
        <p:spPr>
          <a:xfrm>
            <a:off x="8410284" y="1504188"/>
            <a:ext cx="192024" cy="192024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32" name="Multiplication Sign 31">
            <a:extLst>
              <a:ext uri="{FF2B5EF4-FFF2-40B4-BE49-F238E27FC236}">
                <a16:creationId xmlns:a16="http://schemas.microsoft.com/office/drawing/2014/main" id="{346CB416-D4E1-27AD-6C0F-D7A1A58C0F66}"/>
              </a:ext>
            </a:extLst>
          </p:cNvPr>
          <p:cNvSpPr/>
          <p:nvPr/>
        </p:nvSpPr>
        <p:spPr>
          <a:xfrm>
            <a:off x="1113372" y="1504188"/>
            <a:ext cx="192024" cy="192024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33" name="Multiplication Sign 32">
            <a:extLst>
              <a:ext uri="{FF2B5EF4-FFF2-40B4-BE49-F238E27FC236}">
                <a16:creationId xmlns:a16="http://schemas.microsoft.com/office/drawing/2014/main" id="{570ABCA8-E0C6-57BC-A595-414E5F921FB1}"/>
              </a:ext>
            </a:extLst>
          </p:cNvPr>
          <p:cNvSpPr/>
          <p:nvPr/>
        </p:nvSpPr>
        <p:spPr>
          <a:xfrm>
            <a:off x="1242455" y="1412443"/>
            <a:ext cx="192024" cy="192024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34" name="Multiplication Sign 33">
            <a:extLst>
              <a:ext uri="{FF2B5EF4-FFF2-40B4-BE49-F238E27FC236}">
                <a16:creationId xmlns:a16="http://schemas.microsoft.com/office/drawing/2014/main" id="{146F3FC9-0A56-5849-3694-F2547C58B21E}"/>
              </a:ext>
            </a:extLst>
          </p:cNvPr>
          <p:cNvSpPr/>
          <p:nvPr/>
        </p:nvSpPr>
        <p:spPr>
          <a:xfrm>
            <a:off x="1291794" y="1564996"/>
            <a:ext cx="192024" cy="192024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38" name="Multiplication Sign 37">
            <a:extLst>
              <a:ext uri="{FF2B5EF4-FFF2-40B4-BE49-F238E27FC236}">
                <a16:creationId xmlns:a16="http://schemas.microsoft.com/office/drawing/2014/main" id="{098C83BF-1997-F9B1-8C30-40AE8A021BDB}"/>
              </a:ext>
            </a:extLst>
          </p:cNvPr>
          <p:cNvSpPr/>
          <p:nvPr/>
        </p:nvSpPr>
        <p:spPr>
          <a:xfrm>
            <a:off x="3208434" y="1757020"/>
            <a:ext cx="192024" cy="192024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39" name="Multiplication Sign 38">
            <a:extLst>
              <a:ext uri="{FF2B5EF4-FFF2-40B4-BE49-F238E27FC236}">
                <a16:creationId xmlns:a16="http://schemas.microsoft.com/office/drawing/2014/main" id="{4BB1FA84-60D9-4C83-070B-A379A6CD6DC9}"/>
              </a:ext>
            </a:extLst>
          </p:cNvPr>
          <p:cNvSpPr/>
          <p:nvPr/>
        </p:nvSpPr>
        <p:spPr>
          <a:xfrm>
            <a:off x="3337516" y="1665275"/>
            <a:ext cx="192024" cy="192024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40" name="Multiplication Sign 39">
            <a:extLst>
              <a:ext uri="{FF2B5EF4-FFF2-40B4-BE49-F238E27FC236}">
                <a16:creationId xmlns:a16="http://schemas.microsoft.com/office/drawing/2014/main" id="{B9989E8C-C6B0-5682-D753-47D722E3E18A}"/>
              </a:ext>
            </a:extLst>
          </p:cNvPr>
          <p:cNvSpPr/>
          <p:nvPr/>
        </p:nvSpPr>
        <p:spPr>
          <a:xfrm>
            <a:off x="3386856" y="1817827"/>
            <a:ext cx="192024" cy="192024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257305F8-EED5-D520-5A53-ACEF9837CB45}"/>
              </a:ext>
            </a:extLst>
          </p:cNvPr>
          <p:cNvSpPr/>
          <p:nvPr/>
        </p:nvSpPr>
        <p:spPr>
          <a:xfrm>
            <a:off x="5744217" y="1497787"/>
            <a:ext cx="192024" cy="192024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42" name="Multiplication Sign 41">
            <a:extLst>
              <a:ext uri="{FF2B5EF4-FFF2-40B4-BE49-F238E27FC236}">
                <a16:creationId xmlns:a16="http://schemas.microsoft.com/office/drawing/2014/main" id="{D02C3953-6367-B0A7-5CEC-B8B0E9214DDD}"/>
              </a:ext>
            </a:extLst>
          </p:cNvPr>
          <p:cNvSpPr/>
          <p:nvPr/>
        </p:nvSpPr>
        <p:spPr>
          <a:xfrm>
            <a:off x="6058923" y="1252423"/>
            <a:ext cx="192024" cy="192024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43" name="Multiplication Sign 42">
            <a:extLst>
              <a:ext uri="{FF2B5EF4-FFF2-40B4-BE49-F238E27FC236}">
                <a16:creationId xmlns:a16="http://schemas.microsoft.com/office/drawing/2014/main" id="{58104411-D5F2-C2F7-F92E-995124AFA34B}"/>
              </a:ext>
            </a:extLst>
          </p:cNvPr>
          <p:cNvSpPr/>
          <p:nvPr/>
        </p:nvSpPr>
        <p:spPr>
          <a:xfrm>
            <a:off x="6205075" y="1689811"/>
            <a:ext cx="192024" cy="192024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44" name="Multiplication Sign 43">
            <a:extLst>
              <a:ext uri="{FF2B5EF4-FFF2-40B4-BE49-F238E27FC236}">
                <a16:creationId xmlns:a16="http://schemas.microsoft.com/office/drawing/2014/main" id="{4F3996F3-238C-9E12-CA19-CAFF44FC44E8}"/>
              </a:ext>
            </a:extLst>
          </p:cNvPr>
          <p:cNvSpPr/>
          <p:nvPr/>
        </p:nvSpPr>
        <p:spPr>
          <a:xfrm>
            <a:off x="7980929" y="1721815"/>
            <a:ext cx="192024" cy="192024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45" name="Multiplication Sign 44">
            <a:extLst>
              <a:ext uri="{FF2B5EF4-FFF2-40B4-BE49-F238E27FC236}">
                <a16:creationId xmlns:a16="http://schemas.microsoft.com/office/drawing/2014/main" id="{5450922A-73D0-63AB-D57B-B4BB13B2DD7B}"/>
              </a:ext>
            </a:extLst>
          </p:cNvPr>
          <p:cNvSpPr/>
          <p:nvPr/>
        </p:nvSpPr>
        <p:spPr>
          <a:xfrm>
            <a:off x="8295635" y="1476451"/>
            <a:ext cx="192024" cy="192024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46" name="Multiplication Sign 45">
            <a:extLst>
              <a:ext uri="{FF2B5EF4-FFF2-40B4-BE49-F238E27FC236}">
                <a16:creationId xmlns:a16="http://schemas.microsoft.com/office/drawing/2014/main" id="{F9BBDB0F-2349-C488-229C-C7EE5F89E5EA}"/>
              </a:ext>
            </a:extLst>
          </p:cNvPr>
          <p:cNvSpPr/>
          <p:nvPr/>
        </p:nvSpPr>
        <p:spPr>
          <a:xfrm>
            <a:off x="8441787" y="1913839"/>
            <a:ext cx="192024" cy="192024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</p:spTree>
    <p:extLst>
      <p:ext uri="{BB962C8B-B14F-4D97-AF65-F5344CB8AC3E}">
        <p14:creationId xmlns:p14="http://schemas.microsoft.com/office/powerpoint/2010/main" val="1532485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89AFF-8ED7-2BF2-DBD5-540CA3558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 descr="Brain with solid fill">
            <a:extLst>
              <a:ext uri="{FF2B5EF4-FFF2-40B4-BE49-F238E27FC236}">
                <a16:creationId xmlns:a16="http://schemas.microsoft.com/office/drawing/2014/main" id="{F40512E1-18F1-48D9-0C77-CC46D81D56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00050"/>
            <a:ext cx="2400300" cy="2400300"/>
          </a:xfrm>
          <a:prstGeom prst="rect">
            <a:avLst/>
          </a:prstGeom>
        </p:spPr>
      </p:pic>
      <p:pic>
        <p:nvPicPr>
          <p:cNvPr id="4" name="Graphic 3" descr="Brain with solid fill">
            <a:extLst>
              <a:ext uri="{FF2B5EF4-FFF2-40B4-BE49-F238E27FC236}">
                <a16:creationId xmlns:a16="http://schemas.microsoft.com/office/drawing/2014/main" id="{C6C6E129-0C54-34C6-B82B-8D65003FD6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00300" y="400050"/>
            <a:ext cx="2400300" cy="2400300"/>
          </a:xfrm>
          <a:prstGeom prst="rect">
            <a:avLst/>
          </a:prstGeom>
        </p:spPr>
      </p:pic>
      <p:pic>
        <p:nvPicPr>
          <p:cNvPr id="5" name="Graphic 4" descr="Brain with solid fill">
            <a:extLst>
              <a:ext uri="{FF2B5EF4-FFF2-40B4-BE49-F238E27FC236}">
                <a16:creationId xmlns:a16="http://schemas.microsoft.com/office/drawing/2014/main" id="{03BF7D3A-C8CB-DC60-1038-0D7742B9F4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00600" y="400050"/>
            <a:ext cx="2400300" cy="2400300"/>
          </a:xfrm>
          <a:prstGeom prst="rect">
            <a:avLst/>
          </a:prstGeom>
        </p:spPr>
      </p:pic>
      <p:pic>
        <p:nvPicPr>
          <p:cNvPr id="6" name="Graphic 5" descr="Brain with solid fill">
            <a:extLst>
              <a:ext uri="{FF2B5EF4-FFF2-40B4-BE49-F238E27FC236}">
                <a16:creationId xmlns:a16="http://schemas.microsoft.com/office/drawing/2014/main" id="{CA4D62BF-DEC6-0334-8987-CD1A604E0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0900" y="400050"/>
            <a:ext cx="2400300" cy="240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193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3D754C27-EE6E-B76D-58C5-1DF8E5CF2BCE}"/>
              </a:ext>
            </a:extLst>
          </p:cNvPr>
          <p:cNvSpPr/>
          <p:nvPr/>
        </p:nvSpPr>
        <p:spPr>
          <a:xfrm>
            <a:off x="420361" y="1072134"/>
            <a:ext cx="1056132" cy="1056132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8" name="Flowchart: Connector 7">
            <a:extLst>
              <a:ext uri="{FF2B5EF4-FFF2-40B4-BE49-F238E27FC236}">
                <a16:creationId xmlns:a16="http://schemas.microsoft.com/office/drawing/2014/main" id="{95E71FB6-86C3-5D8B-0832-26E3EA849125}"/>
              </a:ext>
            </a:extLst>
          </p:cNvPr>
          <p:cNvSpPr/>
          <p:nvPr/>
        </p:nvSpPr>
        <p:spPr>
          <a:xfrm>
            <a:off x="564379" y="1216152"/>
            <a:ext cx="768096" cy="768096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4F0930C7-3C3E-D294-3222-61D1329496A5}"/>
              </a:ext>
            </a:extLst>
          </p:cNvPr>
          <p:cNvSpPr/>
          <p:nvPr/>
        </p:nvSpPr>
        <p:spPr>
          <a:xfrm>
            <a:off x="708397" y="1360170"/>
            <a:ext cx="480060" cy="480060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CF458069-0224-95D9-00BE-B534EA3C1C9B}"/>
              </a:ext>
            </a:extLst>
          </p:cNvPr>
          <p:cNvSpPr/>
          <p:nvPr/>
        </p:nvSpPr>
        <p:spPr>
          <a:xfrm>
            <a:off x="852415" y="1504188"/>
            <a:ext cx="192024" cy="192024"/>
          </a:xfrm>
          <a:prstGeom prst="flowChartConnector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</p:spTree>
    <p:extLst>
      <p:ext uri="{BB962C8B-B14F-4D97-AF65-F5344CB8AC3E}">
        <p14:creationId xmlns:p14="http://schemas.microsoft.com/office/powerpoint/2010/main" val="2580505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ultiplication Sign 1">
            <a:extLst>
              <a:ext uri="{FF2B5EF4-FFF2-40B4-BE49-F238E27FC236}">
                <a16:creationId xmlns:a16="http://schemas.microsoft.com/office/drawing/2014/main" id="{9D96AF8B-28DD-1F9A-26E1-C4E8E5C34AA3}"/>
              </a:ext>
            </a:extLst>
          </p:cNvPr>
          <p:cNvSpPr/>
          <p:nvPr/>
        </p:nvSpPr>
        <p:spPr>
          <a:xfrm>
            <a:off x="444856" y="1571396"/>
            <a:ext cx="192024" cy="192024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3" name="Multiplication Sign 2">
            <a:extLst>
              <a:ext uri="{FF2B5EF4-FFF2-40B4-BE49-F238E27FC236}">
                <a16:creationId xmlns:a16="http://schemas.microsoft.com/office/drawing/2014/main" id="{9A359F7C-42C3-BE77-C423-61ABEE7B80F1}"/>
              </a:ext>
            </a:extLst>
          </p:cNvPr>
          <p:cNvSpPr/>
          <p:nvPr/>
        </p:nvSpPr>
        <p:spPr>
          <a:xfrm>
            <a:off x="573938" y="1479652"/>
            <a:ext cx="192024" cy="192024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4" name="Multiplication Sign 3">
            <a:extLst>
              <a:ext uri="{FF2B5EF4-FFF2-40B4-BE49-F238E27FC236}">
                <a16:creationId xmlns:a16="http://schemas.microsoft.com/office/drawing/2014/main" id="{D29C0198-CB97-2625-8427-FB7190F6EBC9}"/>
              </a:ext>
            </a:extLst>
          </p:cNvPr>
          <p:cNvSpPr/>
          <p:nvPr/>
        </p:nvSpPr>
        <p:spPr>
          <a:xfrm>
            <a:off x="623278" y="1632204"/>
            <a:ext cx="192024" cy="192024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7" name="Multiplication Sign 6">
            <a:extLst>
              <a:ext uri="{FF2B5EF4-FFF2-40B4-BE49-F238E27FC236}">
                <a16:creationId xmlns:a16="http://schemas.microsoft.com/office/drawing/2014/main" id="{1221E184-C1A2-55E4-79FF-C8E9FA1D4EC8}"/>
              </a:ext>
            </a:extLst>
          </p:cNvPr>
          <p:cNvSpPr/>
          <p:nvPr/>
        </p:nvSpPr>
        <p:spPr>
          <a:xfrm>
            <a:off x="2154936" y="1552194"/>
            <a:ext cx="192024" cy="192024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8" name="Multiplication Sign 7">
            <a:extLst>
              <a:ext uri="{FF2B5EF4-FFF2-40B4-BE49-F238E27FC236}">
                <a16:creationId xmlns:a16="http://schemas.microsoft.com/office/drawing/2014/main" id="{9A91ED6E-C6FA-523A-9A0B-C8D5760A7853}"/>
              </a:ext>
            </a:extLst>
          </p:cNvPr>
          <p:cNvSpPr/>
          <p:nvPr/>
        </p:nvSpPr>
        <p:spPr>
          <a:xfrm>
            <a:off x="2469642" y="1306830"/>
            <a:ext cx="192024" cy="192024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9" name="Multiplication Sign 8">
            <a:extLst>
              <a:ext uri="{FF2B5EF4-FFF2-40B4-BE49-F238E27FC236}">
                <a16:creationId xmlns:a16="http://schemas.microsoft.com/office/drawing/2014/main" id="{2EC84B82-01C1-4849-5818-1635E8E497CA}"/>
              </a:ext>
            </a:extLst>
          </p:cNvPr>
          <p:cNvSpPr/>
          <p:nvPr/>
        </p:nvSpPr>
        <p:spPr>
          <a:xfrm>
            <a:off x="2615794" y="1744218"/>
            <a:ext cx="192024" cy="192024"/>
          </a:xfrm>
          <a:prstGeom prst="mathMultipl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</p:spTree>
    <p:extLst>
      <p:ext uri="{BB962C8B-B14F-4D97-AF65-F5344CB8AC3E}">
        <p14:creationId xmlns:p14="http://schemas.microsoft.com/office/powerpoint/2010/main" val="26638901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</TotalTime>
  <Words>0</Words>
  <Application>Microsoft Office PowerPoint</Application>
  <PresentationFormat>Custom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Tobias Rebholz</dc:creator>
  <cp:lastModifiedBy>Tobias Rebholz</cp:lastModifiedBy>
  <cp:revision>7</cp:revision>
  <dcterms:created xsi:type="dcterms:W3CDTF">2026-03-03T22:26:18Z</dcterms:created>
  <dcterms:modified xsi:type="dcterms:W3CDTF">2026-03-03T22:54:37Z</dcterms:modified>
</cp:coreProperties>
</file>